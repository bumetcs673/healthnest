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5"/>
    <p:sldMasterId id="214748370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Arimo"/>
      <p:regular r:id="rId22"/>
      <p:bold r:id="rId23"/>
      <p:italic r:id="rId24"/>
      <p:boldItalic r:id="rId25"/>
    </p:embeddedFont>
    <p:embeddedFont>
      <p:font typeface="Arimo SemiBold"/>
      <p:regular r:id="rId26"/>
      <p:bold r:id="rId27"/>
      <p:italic r:id="rId28"/>
      <p:boldItalic r:id="rId29"/>
    </p:embeddedFont>
    <p:embeddedFont>
      <p:font typeface="Instrument Serif"/>
      <p:regular r:id="rId30"/>
      <p:italic r:id="rId31"/>
    </p:embeddedFont>
    <p:embeddedFont>
      <p:font typeface="Azeret Mono"/>
      <p:regular r:id="rId32"/>
      <p:bold r:id="rId33"/>
      <p:italic r:id="rId34"/>
      <p:boldItalic r:id="rId35"/>
    </p:embeddedFont>
    <p:embeddedFont>
      <p:font typeface="Arimo Medium"/>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DBF89A-E054-45DC-AFE5-578BD79A7D9F}">
  <a:tblStyle styleId="{91DBF89A-E054-45DC-AFE5-578BD79A7D9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Arimo-regular.fntdata"/><Relationship Id="rId21" Type="http://schemas.openxmlformats.org/officeDocument/2006/relationships/slide" Target="slides/slide14.xml"/><Relationship Id="rId24" Type="http://schemas.openxmlformats.org/officeDocument/2006/relationships/font" Target="fonts/Arimo-italic.fntdata"/><Relationship Id="rId23" Type="http://schemas.openxmlformats.org/officeDocument/2006/relationships/font" Target="fonts/Arimo-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ArimoSemiBold-regular.fntdata"/><Relationship Id="rId25" Type="http://schemas.openxmlformats.org/officeDocument/2006/relationships/font" Target="fonts/Arimo-boldItalic.fntdata"/><Relationship Id="rId28" Type="http://schemas.openxmlformats.org/officeDocument/2006/relationships/font" Target="fonts/ArimoSemiBold-italic.fntdata"/><Relationship Id="rId27" Type="http://schemas.openxmlformats.org/officeDocument/2006/relationships/font" Target="fonts/ArimoSemiBol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ArimoSemiBold-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InstrumentSerif-italic.fntdata"/><Relationship Id="rId30" Type="http://schemas.openxmlformats.org/officeDocument/2006/relationships/font" Target="fonts/InstrumentSerif-regular.fntdata"/><Relationship Id="rId11" Type="http://schemas.openxmlformats.org/officeDocument/2006/relationships/slide" Target="slides/slide4.xml"/><Relationship Id="rId33" Type="http://schemas.openxmlformats.org/officeDocument/2006/relationships/font" Target="fonts/AzeretMono-bold.fntdata"/><Relationship Id="rId10" Type="http://schemas.openxmlformats.org/officeDocument/2006/relationships/slide" Target="slides/slide3.xml"/><Relationship Id="rId32" Type="http://schemas.openxmlformats.org/officeDocument/2006/relationships/font" Target="fonts/AzeretMono-regular.fntdata"/><Relationship Id="rId13" Type="http://schemas.openxmlformats.org/officeDocument/2006/relationships/slide" Target="slides/slide6.xml"/><Relationship Id="rId35" Type="http://schemas.openxmlformats.org/officeDocument/2006/relationships/font" Target="fonts/AzeretMono-boldItalic.fntdata"/><Relationship Id="rId12" Type="http://schemas.openxmlformats.org/officeDocument/2006/relationships/slide" Target="slides/slide5.xml"/><Relationship Id="rId34" Type="http://schemas.openxmlformats.org/officeDocument/2006/relationships/font" Target="fonts/AzeretMono-italic.fntdata"/><Relationship Id="rId15" Type="http://schemas.openxmlformats.org/officeDocument/2006/relationships/slide" Target="slides/slide8.xml"/><Relationship Id="rId37" Type="http://schemas.openxmlformats.org/officeDocument/2006/relationships/font" Target="fonts/ArimoMedium-bold.fntdata"/><Relationship Id="rId14" Type="http://schemas.openxmlformats.org/officeDocument/2006/relationships/slide" Target="slides/slide7.xml"/><Relationship Id="rId36" Type="http://schemas.openxmlformats.org/officeDocument/2006/relationships/font" Target="fonts/ArimoMedium-regular.fntdata"/><Relationship Id="rId17" Type="http://schemas.openxmlformats.org/officeDocument/2006/relationships/slide" Target="slides/slide10.xml"/><Relationship Id="rId39" Type="http://schemas.openxmlformats.org/officeDocument/2006/relationships/font" Target="fonts/ArimoMedium-boldItalic.fntdata"/><Relationship Id="rId16" Type="http://schemas.openxmlformats.org/officeDocument/2006/relationships/slide" Target="slides/slide9.xml"/><Relationship Id="rId38" Type="http://schemas.openxmlformats.org/officeDocument/2006/relationships/font" Target="fonts/ArimoMedium-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e10b5da5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e10b5da5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e10b5da567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e10b5da567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e43adcde4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e43adcde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e10b5da567_0_1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e10b5da567_0_1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e43adcde4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e43adcde4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e43adcde4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e43adcde4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e43adcde4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e43adcde4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e43adcde4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e43adcde4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e43adcde4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e43adcde4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43adcde4f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e43adcde4f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43adcde4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e43adcde4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a8ba9e35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a8ba9e35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e43adcde4f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e43adcde4f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10b5da567_0_1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e10b5da567_0_1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55" name="Google Shape;55;p14"/>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56" name="Google Shape;56;p14"/>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14"/>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58" name="Google Shape;58;p14"/>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59" name="Google Shape;59;p14"/>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0" name="Google Shape;60;p14"/>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1" name="Google Shape;61;p14"/>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62" name="Shape 62"/>
        <p:cNvGrpSpPr/>
        <p:nvPr/>
      </p:nvGrpSpPr>
      <p:grpSpPr>
        <a:xfrm>
          <a:off x="0" y="0"/>
          <a:ext cx="0" cy="0"/>
          <a:chOff x="0" y="0"/>
          <a:chExt cx="0" cy="0"/>
        </a:xfrm>
      </p:grpSpPr>
      <p:grpSp>
        <p:nvGrpSpPr>
          <p:cNvPr id="63" name="Google Shape;63;p15"/>
          <p:cNvGrpSpPr/>
          <p:nvPr/>
        </p:nvGrpSpPr>
        <p:grpSpPr>
          <a:xfrm>
            <a:off x="277515" y="277501"/>
            <a:ext cx="8589075" cy="4593888"/>
            <a:chOff x="277500" y="277500"/>
            <a:chExt cx="8589075" cy="4593888"/>
          </a:xfrm>
        </p:grpSpPr>
        <p:pic>
          <p:nvPicPr>
            <p:cNvPr id="64" name="Google Shape;64;p15"/>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65" name="Google Shape;65;p15"/>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66" name="Google Shape;66;p15"/>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67" name="Google Shape;67;p15"/>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68" name="Google Shape;68;p15"/>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69" name="Google Shape;69;p15"/>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70" name="Google Shape;70;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1" name="Google Shape;71;p15"/>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72" name="Shape 72"/>
        <p:cNvGrpSpPr/>
        <p:nvPr/>
      </p:nvGrpSpPr>
      <p:grpSpPr>
        <a:xfrm>
          <a:off x="0" y="0"/>
          <a:ext cx="0" cy="0"/>
          <a:chOff x="0" y="0"/>
          <a:chExt cx="0" cy="0"/>
        </a:xfrm>
      </p:grpSpPr>
      <p:sp>
        <p:nvSpPr>
          <p:cNvPr id="73" name="Google Shape;73;p16"/>
          <p:cNvSpPr/>
          <p:nvPr>
            <p:ph idx="2" type="pic"/>
          </p:nvPr>
        </p:nvSpPr>
        <p:spPr>
          <a:xfrm>
            <a:off x="277500" y="1963600"/>
            <a:ext cx="1333800" cy="1337100"/>
          </a:xfrm>
          <a:prstGeom prst="roundRect">
            <a:avLst>
              <a:gd fmla="val 14278" name="adj"/>
            </a:avLst>
          </a:prstGeom>
          <a:noFill/>
          <a:ln>
            <a:noFill/>
          </a:ln>
        </p:spPr>
      </p:sp>
      <p:sp>
        <p:nvSpPr>
          <p:cNvPr id="74" name="Google Shape;74;p16"/>
          <p:cNvSpPr/>
          <p:nvPr>
            <p:ph idx="3" type="pic"/>
          </p:nvPr>
        </p:nvSpPr>
        <p:spPr>
          <a:xfrm>
            <a:off x="1728225" y="1963600"/>
            <a:ext cx="1333800" cy="1337100"/>
          </a:xfrm>
          <a:prstGeom prst="roundRect">
            <a:avLst>
              <a:gd fmla="val 14278" name="adj"/>
            </a:avLst>
          </a:prstGeom>
          <a:noFill/>
          <a:ln>
            <a:noFill/>
          </a:ln>
        </p:spPr>
      </p:sp>
      <p:sp>
        <p:nvSpPr>
          <p:cNvPr id="75" name="Google Shape;75;p16"/>
          <p:cNvSpPr/>
          <p:nvPr>
            <p:ph idx="4" type="pic"/>
          </p:nvPr>
        </p:nvSpPr>
        <p:spPr>
          <a:xfrm>
            <a:off x="3179025" y="1963600"/>
            <a:ext cx="1333800" cy="1337100"/>
          </a:xfrm>
          <a:prstGeom prst="roundRect">
            <a:avLst>
              <a:gd fmla="val 14278" name="adj"/>
            </a:avLst>
          </a:prstGeom>
          <a:noFill/>
          <a:ln>
            <a:noFill/>
          </a:ln>
        </p:spPr>
      </p:sp>
      <p:sp>
        <p:nvSpPr>
          <p:cNvPr id="76" name="Google Shape;76;p16"/>
          <p:cNvSpPr/>
          <p:nvPr>
            <p:ph idx="5" type="pic"/>
          </p:nvPr>
        </p:nvSpPr>
        <p:spPr>
          <a:xfrm>
            <a:off x="4629825" y="1963600"/>
            <a:ext cx="1333800" cy="1337100"/>
          </a:xfrm>
          <a:prstGeom prst="roundRect">
            <a:avLst>
              <a:gd fmla="val 14278" name="adj"/>
            </a:avLst>
          </a:prstGeom>
          <a:noFill/>
          <a:ln>
            <a:noFill/>
          </a:ln>
        </p:spPr>
      </p:sp>
      <p:sp>
        <p:nvSpPr>
          <p:cNvPr id="77" name="Google Shape;77;p16"/>
          <p:cNvSpPr/>
          <p:nvPr>
            <p:ph idx="6" type="pic"/>
          </p:nvPr>
        </p:nvSpPr>
        <p:spPr>
          <a:xfrm>
            <a:off x="6080625" y="1963600"/>
            <a:ext cx="1333800" cy="1337100"/>
          </a:xfrm>
          <a:prstGeom prst="roundRect">
            <a:avLst>
              <a:gd fmla="val 14278" name="adj"/>
            </a:avLst>
          </a:prstGeom>
          <a:noFill/>
          <a:ln>
            <a:noFill/>
          </a:ln>
        </p:spPr>
      </p:sp>
      <p:sp>
        <p:nvSpPr>
          <p:cNvPr id="78" name="Google Shape;78;p16"/>
          <p:cNvSpPr/>
          <p:nvPr>
            <p:ph idx="7" type="pic"/>
          </p:nvPr>
        </p:nvSpPr>
        <p:spPr>
          <a:xfrm>
            <a:off x="7531425" y="1963600"/>
            <a:ext cx="1333800" cy="1337100"/>
          </a:xfrm>
          <a:prstGeom prst="roundRect">
            <a:avLst>
              <a:gd fmla="val 14278" name="adj"/>
            </a:avLst>
          </a:prstGeom>
          <a:noFill/>
          <a:ln>
            <a:noFill/>
          </a:ln>
        </p:spPr>
      </p:sp>
      <p:sp>
        <p:nvSpPr>
          <p:cNvPr id="79" name="Google Shape;79;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80" name="Google Shape;80;p16"/>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81" name="Google Shape;81;p16"/>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2" name="Google Shape;82;p16"/>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3" name="Google Shape;83;p16"/>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4" name="Google Shape;84;p16"/>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5" name="Google Shape;85;p16"/>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6" name="Google Shape;86;p16"/>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7" name="Google Shape;87;p16"/>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8" name="Google Shape;88;p16"/>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9" name="Google Shape;89;p16"/>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0" name="Google Shape;90;p16"/>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1" name="Google Shape;91;p16"/>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2" name="Google Shape;92;p16"/>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3" name="Google Shape;93;p16"/>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94" name="Google Shape;94;p16"/>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95" name="Shape 95"/>
        <p:cNvGrpSpPr/>
        <p:nvPr/>
      </p:nvGrpSpPr>
      <p:grpSpPr>
        <a:xfrm>
          <a:off x="0" y="0"/>
          <a:ext cx="0" cy="0"/>
          <a:chOff x="0" y="0"/>
          <a:chExt cx="0" cy="0"/>
        </a:xfrm>
      </p:grpSpPr>
      <p:sp>
        <p:nvSpPr>
          <p:cNvPr id="96" name="Google Shape;96;p17"/>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7" name="Google Shape;97;p17"/>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8" name="Google Shape;98;p17"/>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9" name="Google Shape;99;p17"/>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0" name="Google Shape;100;p17"/>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1" name="Google Shape;101;p17"/>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2" name="Google Shape;102;p17"/>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3" name="Google Shape;103;p17"/>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4" name="Google Shape;104;p17"/>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5" name="Google Shape;105;p17"/>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6" name="Google Shape;106;p17"/>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7" name="Google Shape;107;p17"/>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8" name="Google Shape;108;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09" name="Google Shape;109;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110" name="Shape 110"/>
        <p:cNvGrpSpPr/>
        <p:nvPr/>
      </p:nvGrpSpPr>
      <p:grpSpPr>
        <a:xfrm>
          <a:off x="0" y="0"/>
          <a:ext cx="0" cy="0"/>
          <a:chOff x="0" y="0"/>
          <a:chExt cx="0" cy="0"/>
        </a:xfrm>
      </p:grpSpPr>
      <p:sp>
        <p:nvSpPr>
          <p:cNvPr id="111" name="Google Shape;111;p18"/>
          <p:cNvSpPr/>
          <p:nvPr>
            <p:ph idx="2" type="pic"/>
          </p:nvPr>
        </p:nvSpPr>
        <p:spPr>
          <a:xfrm>
            <a:off x="0" y="0"/>
            <a:ext cx="9144000" cy="5143500"/>
          </a:xfrm>
          <a:prstGeom prst="rect">
            <a:avLst/>
          </a:prstGeom>
          <a:noFill/>
          <a:ln>
            <a:noFill/>
          </a:ln>
        </p:spPr>
      </p:sp>
      <p:sp>
        <p:nvSpPr>
          <p:cNvPr id="112" name="Google Shape;112;p18"/>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113" name="Google Shape;113;p1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14" name="Google Shape;114;p1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5" name="Google Shape;115;p18"/>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6" name="Google Shape;116;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117" name="Shape 117"/>
        <p:cNvGrpSpPr/>
        <p:nvPr/>
      </p:nvGrpSpPr>
      <p:grpSpPr>
        <a:xfrm>
          <a:off x="0" y="0"/>
          <a:ext cx="0" cy="0"/>
          <a:chOff x="0" y="0"/>
          <a:chExt cx="0" cy="0"/>
        </a:xfrm>
      </p:grpSpPr>
      <p:sp>
        <p:nvSpPr>
          <p:cNvPr id="118" name="Google Shape;118;p19"/>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119" name="Google Shape;119;p1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0" name="Google Shape;120;p1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1" name="Google Shape;121;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22" name="Google Shape;122;p19"/>
          <p:cNvSpPr/>
          <p:nvPr>
            <p:ph idx="3" type="pic"/>
          </p:nvPr>
        </p:nvSpPr>
        <p:spPr>
          <a:xfrm>
            <a:off x="3766700" y="873150"/>
            <a:ext cx="1621800" cy="3549600"/>
          </a:xfrm>
          <a:prstGeom prst="roundRect">
            <a:avLst>
              <a:gd fmla="val 10482" name="adj"/>
            </a:avLst>
          </a:prstGeom>
          <a:noFill/>
          <a:ln>
            <a:noFill/>
          </a:ln>
        </p:spPr>
      </p:sp>
      <p:sp>
        <p:nvSpPr>
          <p:cNvPr id="123" name="Google Shape;123;p19"/>
          <p:cNvSpPr/>
          <p:nvPr>
            <p:ph idx="4" type="pic"/>
          </p:nvPr>
        </p:nvSpPr>
        <p:spPr>
          <a:xfrm>
            <a:off x="289100" y="1324475"/>
            <a:ext cx="1563300" cy="2531100"/>
          </a:xfrm>
          <a:prstGeom prst="roundRect">
            <a:avLst>
              <a:gd fmla="val 11947" name="adj"/>
            </a:avLst>
          </a:prstGeom>
          <a:noFill/>
          <a:ln>
            <a:noFill/>
          </a:ln>
        </p:spPr>
      </p:sp>
      <p:sp>
        <p:nvSpPr>
          <p:cNvPr id="124" name="Google Shape;124;p19"/>
          <p:cNvSpPr/>
          <p:nvPr>
            <p:ph idx="5" type="pic"/>
          </p:nvPr>
        </p:nvSpPr>
        <p:spPr>
          <a:xfrm>
            <a:off x="1969400" y="1142650"/>
            <a:ext cx="1563300" cy="2531100"/>
          </a:xfrm>
          <a:prstGeom prst="roundRect">
            <a:avLst>
              <a:gd fmla="val 11947" name="adj"/>
            </a:avLst>
          </a:prstGeom>
          <a:noFill/>
          <a:ln>
            <a:noFill/>
          </a:ln>
        </p:spPr>
      </p:sp>
      <p:sp>
        <p:nvSpPr>
          <p:cNvPr id="125" name="Google Shape;125;p19"/>
          <p:cNvSpPr/>
          <p:nvPr>
            <p:ph idx="6" type="pic"/>
          </p:nvPr>
        </p:nvSpPr>
        <p:spPr>
          <a:xfrm>
            <a:off x="5623125" y="1142650"/>
            <a:ext cx="1563300" cy="2531100"/>
          </a:xfrm>
          <a:prstGeom prst="roundRect">
            <a:avLst>
              <a:gd fmla="val 11947" name="adj"/>
            </a:avLst>
          </a:prstGeom>
          <a:noFill/>
          <a:ln>
            <a:noFill/>
          </a:ln>
        </p:spPr>
      </p:sp>
      <p:sp>
        <p:nvSpPr>
          <p:cNvPr id="126" name="Google Shape;126;p19"/>
          <p:cNvSpPr/>
          <p:nvPr>
            <p:ph idx="7" type="pic"/>
          </p:nvPr>
        </p:nvSpPr>
        <p:spPr>
          <a:xfrm>
            <a:off x="7304050" y="1324475"/>
            <a:ext cx="1563300" cy="2531100"/>
          </a:xfrm>
          <a:prstGeom prst="roundRect">
            <a:avLst>
              <a:gd fmla="val 11947" name="adj"/>
            </a:avLst>
          </a:prstGeom>
          <a:noFill/>
          <a:ln>
            <a:noFill/>
          </a:ln>
        </p:spPr>
      </p:sp>
      <p:sp>
        <p:nvSpPr>
          <p:cNvPr id="127" name="Google Shape;127;p19"/>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28" name="Google Shape;128;p19"/>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29" name="Google Shape;129;p19"/>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0" name="Google Shape;130;p19"/>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1" name="Google Shape;131;p19"/>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2" name="Google Shape;132;p19"/>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3" name="Google Shape;133;p19"/>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4" name="Google Shape;134;p19"/>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135" name="Shape 135"/>
        <p:cNvGrpSpPr/>
        <p:nvPr/>
      </p:nvGrpSpPr>
      <p:grpSpPr>
        <a:xfrm>
          <a:off x="0" y="0"/>
          <a:ext cx="0" cy="0"/>
          <a:chOff x="0" y="0"/>
          <a:chExt cx="0" cy="0"/>
        </a:xfrm>
      </p:grpSpPr>
      <p:sp>
        <p:nvSpPr>
          <p:cNvPr id="136" name="Google Shape;136;p20"/>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7" name="Google Shape;137;p20"/>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8" name="Google Shape;138;p20"/>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9" name="Google Shape;139;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140" name="Shape 140"/>
        <p:cNvGrpSpPr/>
        <p:nvPr/>
      </p:nvGrpSpPr>
      <p:grpSpPr>
        <a:xfrm>
          <a:off x="0" y="0"/>
          <a:ext cx="0" cy="0"/>
          <a:chOff x="0" y="0"/>
          <a:chExt cx="0" cy="0"/>
        </a:xfrm>
      </p:grpSpPr>
      <p:pic>
        <p:nvPicPr>
          <p:cNvPr id="141" name="Google Shape;141;p21"/>
          <p:cNvPicPr preferRelativeResize="0"/>
          <p:nvPr/>
        </p:nvPicPr>
        <p:blipFill rotWithShape="1">
          <a:blip r:embed="rId2">
            <a:alphaModFix amt="10000"/>
          </a:blip>
          <a:srcRect b="720" l="1068" r="20" t="592"/>
          <a:stretch/>
        </p:blipFill>
        <p:spPr>
          <a:xfrm>
            <a:off x="277425" y="277650"/>
            <a:ext cx="8588100" cy="4582500"/>
          </a:xfrm>
          <a:prstGeom prst="roundRect">
            <a:avLst>
              <a:gd fmla="val 13460" name="adj"/>
            </a:avLst>
          </a:prstGeom>
          <a:noFill/>
          <a:ln>
            <a:noFill/>
          </a:ln>
        </p:spPr>
      </p:pic>
      <p:sp>
        <p:nvSpPr>
          <p:cNvPr id="142" name="Google Shape;142;p21"/>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143" name="Google Shape;143;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144" name="Shape 144"/>
        <p:cNvGrpSpPr/>
        <p:nvPr/>
      </p:nvGrpSpPr>
      <p:grpSpPr>
        <a:xfrm>
          <a:off x="0" y="0"/>
          <a:ext cx="0" cy="0"/>
          <a:chOff x="0" y="0"/>
          <a:chExt cx="0" cy="0"/>
        </a:xfrm>
      </p:grpSpPr>
      <p:sp>
        <p:nvSpPr>
          <p:cNvPr id="145" name="Google Shape;145;p22"/>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6" name="Google Shape;146;p22"/>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7" name="Google Shape;147;p22"/>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8" name="Google Shape;148;p22"/>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9" name="Google Shape;149;p22"/>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0" name="Google Shape;150;p22"/>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1" name="Google Shape;151;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52" name="Shape 152"/>
        <p:cNvGrpSpPr/>
        <p:nvPr/>
      </p:nvGrpSpPr>
      <p:grpSpPr>
        <a:xfrm>
          <a:off x="0" y="0"/>
          <a:ext cx="0" cy="0"/>
          <a:chOff x="0" y="0"/>
          <a:chExt cx="0" cy="0"/>
        </a:xfrm>
      </p:grpSpPr>
      <p:sp>
        <p:nvSpPr>
          <p:cNvPr id="153" name="Google Shape;153;p23"/>
          <p:cNvSpPr/>
          <p:nvPr>
            <p:ph idx="2" type="pic"/>
          </p:nvPr>
        </p:nvSpPr>
        <p:spPr>
          <a:xfrm>
            <a:off x="7480825" y="734600"/>
            <a:ext cx="1383900" cy="1660200"/>
          </a:xfrm>
          <a:prstGeom prst="roundRect">
            <a:avLst>
              <a:gd fmla="val 11646" name="adj"/>
            </a:avLst>
          </a:prstGeom>
          <a:noFill/>
          <a:ln>
            <a:noFill/>
          </a:ln>
        </p:spPr>
      </p:sp>
      <p:sp>
        <p:nvSpPr>
          <p:cNvPr id="154" name="Google Shape;154;p23"/>
          <p:cNvSpPr/>
          <p:nvPr>
            <p:ph idx="3" type="pic"/>
          </p:nvPr>
        </p:nvSpPr>
        <p:spPr>
          <a:xfrm>
            <a:off x="7480825" y="2521175"/>
            <a:ext cx="1383900" cy="1879200"/>
          </a:xfrm>
          <a:prstGeom prst="roundRect">
            <a:avLst>
              <a:gd fmla="val 11646" name="adj"/>
            </a:avLst>
          </a:prstGeom>
          <a:noFill/>
          <a:ln>
            <a:noFill/>
          </a:ln>
        </p:spPr>
      </p:sp>
      <p:sp>
        <p:nvSpPr>
          <p:cNvPr id="155" name="Google Shape;155;p23"/>
          <p:cNvSpPr/>
          <p:nvPr>
            <p:ph idx="4" type="pic"/>
          </p:nvPr>
        </p:nvSpPr>
        <p:spPr>
          <a:xfrm>
            <a:off x="4665550" y="850900"/>
            <a:ext cx="2589300" cy="3433200"/>
          </a:xfrm>
          <a:prstGeom prst="roundRect">
            <a:avLst>
              <a:gd fmla="val 6330" name="adj"/>
            </a:avLst>
          </a:prstGeom>
          <a:noFill/>
          <a:ln>
            <a:noFill/>
          </a:ln>
        </p:spPr>
      </p:sp>
      <p:sp>
        <p:nvSpPr>
          <p:cNvPr id="156" name="Google Shape;156;p2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7" name="Google Shape;157;p23"/>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8" name="Google Shape;158;p2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9" name="Google Shape;159;p23"/>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2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61" name="Shape 161"/>
        <p:cNvGrpSpPr/>
        <p:nvPr/>
      </p:nvGrpSpPr>
      <p:grpSpPr>
        <a:xfrm>
          <a:off x="0" y="0"/>
          <a:ext cx="0" cy="0"/>
          <a:chOff x="0" y="0"/>
          <a:chExt cx="0" cy="0"/>
        </a:xfrm>
      </p:grpSpPr>
      <p:sp>
        <p:nvSpPr>
          <p:cNvPr id="162" name="Google Shape;162;p24"/>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63" name="Google Shape;163;p24"/>
          <p:cNvSpPr/>
          <p:nvPr>
            <p:ph idx="2" type="pic"/>
          </p:nvPr>
        </p:nvSpPr>
        <p:spPr>
          <a:xfrm>
            <a:off x="6220309" y="696000"/>
            <a:ext cx="2532900" cy="3358800"/>
          </a:xfrm>
          <a:prstGeom prst="roundRect">
            <a:avLst>
              <a:gd fmla="val 7223" name="adj"/>
            </a:avLst>
          </a:prstGeom>
          <a:noFill/>
          <a:ln>
            <a:noFill/>
          </a:ln>
        </p:spPr>
      </p:sp>
      <p:sp>
        <p:nvSpPr>
          <p:cNvPr id="164" name="Google Shape;164;p24"/>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5" name="Google Shape;165;p24"/>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6" name="Google Shape;166;p2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7" name="Google Shape;167;p24"/>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8" name="Google Shape;168;p2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69" name="Shape 169"/>
        <p:cNvGrpSpPr/>
        <p:nvPr/>
      </p:nvGrpSpPr>
      <p:grpSpPr>
        <a:xfrm>
          <a:off x="0" y="0"/>
          <a:ext cx="0" cy="0"/>
          <a:chOff x="0" y="0"/>
          <a:chExt cx="0" cy="0"/>
        </a:xfrm>
      </p:grpSpPr>
      <p:sp>
        <p:nvSpPr>
          <p:cNvPr id="170" name="Google Shape;170;p25"/>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1" name="Google Shape;171;p25"/>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2" name="Google Shape;172;p2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3" name="Google Shape;173;p25"/>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4" name="Google Shape;174;p2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75" name="Shape 175"/>
        <p:cNvGrpSpPr/>
        <p:nvPr/>
      </p:nvGrpSpPr>
      <p:grpSpPr>
        <a:xfrm>
          <a:off x="0" y="0"/>
          <a:ext cx="0" cy="0"/>
          <a:chOff x="0" y="0"/>
          <a:chExt cx="0" cy="0"/>
        </a:xfrm>
      </p:grpSpPr>
      <p:sp>
        <p:nvSpPr>
          <p:cNvPr id="176" name="Google Shape;176;p2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7" name="Google Shape;177;p2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8" name="Google Shape;178;p2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9" name="Google Shape;179;p2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80" name="Google Shape;180;p26"/>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1" name="Google Shape;181;p26"/>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2" name="Google Shape;182;p26"/>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83" name="Google Shape;183;p26"/>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84" name="Shape 184"/>
        <p:cNvGrpSpPr/>
        <p:nvPr/>
      </p:nvGrpSpPr>
      <p:grpSpPr>
        <a:xfrm>
          <a:off x="0" y="0"/>
          <a:ext cx="0" cy="0"/>
          <a:chOff x="0" y="0"/>
          <a:chExt cx="0" cy="0"/>
        </a:xfrm>
      </p:grpSpPr>
      <p:sp>
        <p:nvSpPr>
          <p:cNvPr id="185" name="Google Shape;185;p27"/>
          <p:cNvSpPr/>
          <p:nvPr>
            <p:ph idx="2" type="pic"/>
          </p:nvPr>
        </p:nvSpPr>
        <p:spPr>
          <a:xfrm>
            <a:off x="502800" y="2080575"/>
            <a:ext cx="603600" cy="603600"/>
          </a:xfrm>
          <a:prstGeom prst="ellipse">
            <a:avLst/>
          </a:prstGeom>
          <a:noFill/>
          <a:ln>
            <a:noFill/>
          </a:ln>
        </p:spPr>
      </p:sp>
      <p:sp>
        <p:nvSpPr>
          <p:cNvPr id="186" name="Google Shape;186;p27"/>
          <p:cNvSpPr/>
          <p:nvPr>
            <p:ph idx="3" type="pic"/>
          </p:nvPr>
        </p:nvSpPr>
        <p:spPr>
          <a:xfrm>
            <a:off x="6334750" y="2080575"/>
            <a:ext cx="603600" cy="603600"/>
          </a:xfrm>
          <a:prstGeom prst="ellipse">
            <a:avLst/>
          </a:prstGeom>
          <a:noFill/>
          <a:ln>
            <a:noFill/>
          </a:ln>
        </p:spPr>
      </p:sp>
      <p:sp>
        <p:nvSpPr>
          <p:cNvPr id="187" name="Google Shape;187;p27"/>
          <p:cNvSpPr/>
          <p:nvPr>
            <p:ph idx="4" type="pic"/>
          </p:nvPr>
        </p:nvSpPr>
        <p:spPr>
          <a:xfrm>
            <a:off x="3418775" y="2080550"/>
            <a:ext cx="603600" cy="603600"/>
          </a:xfrm>
          <a:prstGeom prst="ellipse">
            <a:avLst/>
          </a:prstGeom>
          <a:noFill/>
          <a:ln>
            <a:noFill/>
          </a:ln>
        </p:spPr>
      </p:sp>
      <p:sp>
        <p:nvSpPr>
          <p:cNvPr id="188" name="Google Shape;188;p2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89" name="Google Shape;189;p2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0" name="Google Shape;190;p27"/>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1" name="Google Shape;191;p2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92" name="Google Shape;192;p27"/>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3" name="Google Shape;193;p27"/>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4" name="Google Shape;194;p27"/>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5" name="Google Shape;195;p27"/>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6" name="Google Shape;196;p27"/>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7" name="Google Shape;197;p27"/>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98" name="Shape 198"/>
        <p:cNvGrpSpPr/>
        <p:nvPr/>
      </p:nvGrpSpPr>
      <p:grpSpPr>
        <a:xfrm>
          <a:off x="0" y="0"/>
          <a:ext cx="0" cy="0"/>
          <a:chOff x="0" y="0"/>
          <a:chExt cx="0" cy="0"/>
        </a:xfrm>
      </p:grpSpPr>
      <p:sp>
        <p:nvSpPr>
          <p:cNvPr id="199" name="Google Shape;199;p28"/>
          <p:cNvSpPr/>
          <p:nvPr>
            <p:ph idx="2" type="pic"/>
          </p:nvPr>
        </p:nvSpPr>
        <p:spPr>
          <a:xfrm>
            <a:off x="4644850" y="1299225"/>
            <a:ext cx="1037700" cy="1056300"/>
          </a:xfrm>
          <a:prstGeom prst="roundRect">
            <a:avLst>
              <a:gd fmla="val 12807" name="adj"/>
            </a:avLst>
          </a:prstGeom>
          <a:noFill/>
          <a:ln>
            <a:noFill/>
          </a:ln>
        </p:spPr>
      </p:sp>
      <p:sp>
        <p:nvSpPr>
          <p:cNvPr id="200" name="Google Shape;200;p28"/>
          <p:cNvSpPr/>
          <p:nvPr>
            <p:ph idx="3" type="pic"/>
          </p:nvPr>
        </p:nvSpPr>
        <p:spPr>
          <a:xfrm>
            <a:off x="4644850" y="3642825"/>
            <a:ext cx="1037700" cy="1056300"/>
          </a:xfrm>
          <a:prstGeom prst="roundRect">
            <a:avLst>
              <a:gd fmla="val 12807" name="adj"/>
            </a:avLst>
          </a:prstGeom>
          <a:noFill/>
          <a:ln>
            <a:noFill/>
          </a:ln>
        </p:spPr>
      </p:sp>
      <p:sp>
        <p:nvSpPr>
          <p:cNvPr id="201" name="Google Shape;201;p28"/>
          <p:cNvSpPr/>
          <p:nvPr>
            <p:ph idx="4" type="pic"/>
          </p:nvPr>
        </p:nvSpPr>
        <p:spPr>
          <a:xfrm>
            <a:off x="7828875" y="2471025"/>
            <a:ext cx="1037700" cy="1056300"/>
          </a:xfrm>
          <a:prstGeom prst="roundRect">
            <a:avLst>
              <a:gd fmla="val 12807" name="adj"/>
            </a:avLst>
          </a:prstGeom>
          <a:noFill/>
          <a:ln>
            <a:noFill/>
          </a:ln>
        </p:spPr>
      </p:sp>
      <p:sp>
        <p:nvSpPr>
          <p:cNvPr id="202" name="Google Shape;202;p28"/>
          <p:cNvSpPr/>
          <p:nvPr>
            <p:ph idx="5" type="pic"/>
          </p:nvPr>
        </p:nvSpPr>
        <p:spPr>
          <a:xfrm>
            <a:off x="373175" y="1147525"/>
            <a:ext cx="3579900" cy="3607500"/>
          </a:xfrm>
          <a:prstGeom prst="roundRect">
            <a:avLst>
              <a:gd fmla="val 11548" name="adj"/>
            </a:avLst>
          </a:prstGeom>
          <a:noFill/>
          <a:ln>
            <a:noFill/>
          </a:ln>
        </p:spPr>
      </p:sp>
      <p:sp>
        <p:nvSpPr>
          <p:cNvPr id="203" name="Google Shape;203;p28"/>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4" name="Google Shape;204;p2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5" name="Google Shape;205;p28"/>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6" name="Google Shape;206;p2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07" name="Google Shape;207;p28"/>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08" name="Google Shape;208;p28"/>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09" name="Google Shape;209;p28"/>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0" name="Google Shape;210;p28"/>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11" name="Google Shape;211;p28"/>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2" name="Google Shape;212;p28"/>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213" name="Shape 213"/>
        <p:cNvGrpSpPr/>
        <p:nvPr/>
      </p:nvGrpSpPr>
      <p:grpSpPr>
        <a:xfrm>
          <a:off x="0" y="0"/>
          <a:ext cx="0" cy="0"/>
          <a:chOff x="0" y="0"/>
          <a:chExt cx="0" cy="0"/>
        </a:xfrm>
      </p:grpSpPr>
      <p:sp>
        <p:nvSpPr>
          <p:cNvPr id="214" name="Google Shape;214;p2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15" name="Google Shape;215;p2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6" name="Google Shape;216;p2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7" name="Google Shape;217;p2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18" name="Google Shape;218;p29"/>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9" name="Google Shape;219;p29"/>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0" name="Google Shape;220;p29"/>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1" name="Google Shape;221;p29"/>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2" name="Google Shape;222;p29"/>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3" name="Google Shape;223;p29"/>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4" name="Google Shape;224;p29"/>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5" name="Google Shape;225;p29"/>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226" name="Shape 226"/>
        <p:cNvGrpSpPr/>
        <p:nvPr/>
      </p:nvGrpSpPr>
      <p:grpSpPr>
        <a:xfrm>
          <a:off x="0" y="0"/>
          <a:ext cx="0" cy="0"/>
          <a:chOff x="0" y="0"/>
          <a:chExt cx="0" cy="0"/>
        </a:xfrm>
      </p:grpSpPr>
      <p:sp>
        <p:nvSpPr>
          <p:cNvPr id="227" name="Google Shape;227;p30"/>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28" name="Google Shape;228;p30"/>
          <p:cNvSpPr/>
          <p:nvPr>
            <p:ph idx="2" type="pic"/>
          </p:nvPr>
        </p:nvSpPr>
        <p:spPr>
          <a:xfrm>
            <a:off x="392100" y="411300"/>
            <a:ext cx="4297500" cy="4333200"/>
          </a:xfrm>
          <a:prstGeom prst="roundRect">
            <a:avLst>
              <a:gd fmla="val 12298" name="adj"/>
            </a:avLst>
          </a:prstGeom>
          <a:noFill/>
          <a:ln>
            <a:noFill/>
          </a:ln>
        </p:spPr>
      </p:sp>
      <p:sp>
        <p:nvSpPr>
          <p:cNvPr id="229" name="Google Shape;229;p3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30" name="Google Shape;230;p3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231" name="Shape 231"/>
        <p:cNvGrpSpPr/>
        <p:nvPr/>
      </p:nvGrpSpPr>
      <p:grpSpPr>
        <a:xfrm>
          <a:off x="0" y="0"/>
          <a:ext cx="0" cy="0"/>
          <a:chOff x="0" y="0"/>
          <a:chExt cx="0" cy="0"/>
        </a:xfrm>
      </p:grpSpPr>
      <p:sp>
        <p:nvSpPr>
          <p:cNvPr id="232" name="Google Shape;232;p31"/>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3" name="Google Shape;233;p31"/>
          <p:cNvSpPr/>
          <p:nvPr>
            <p:ph idx="2" type="pic"/>
          </p:nvPr>
        </p:nvSpPr>
        <p:spPr>
          <a:xfrm>
            <a:off x="289100" y="1685250"/>
            <a:ext cx="1751100" cy="1773000"/>
          </a:xfrm>
          <a:prstGeom prst="roundRect">
            <a:avLst>
              <a:gd fmla="val 11894" name="adj"/>
            </a:avLst>
          </a:prstGeom>
          <a:noFill/>
          <a:ln>
            <a:noFill/>
          </a:ln>
        </p:spPr>
      </p:sp>
      <p:sp>
        <p:nvSpPr>
          <p:cNvPr id="234" name="Google Shape;234;p31"/>
          <p:cNvSpPr/>
          <p:nvPr>
            <p:ph idx="3" type="pic"/>
          </p:nvPr>
        </p:nvSpPr>
        <p:spPr>
          <a:xfrm>
            <a:off x="2152200" y="1685250"/>
            <a:ext cx="1751100" cy="1773000"/>
          </a:xfrm>
          <a:prstGeom prst="roundRect">
            <a:avLst>
              <a:gd fmla="val 11894" name="adj"/>
            </a:avLst>
          </a:prstGeom>
          <a:noFill/>
          <a:ln>
            <a:noFill/>
          </a:ln>
        </p:spPr>
      </p:sp>
      <p:sp>
        <p:nvSpPr>
          <p:cNvPr id="235" name="Google Shape;235;p31"/>
          <p:cNvSpPr/>
          <p:nvPr>
            <p:ph idx="4" type="pic"/>
          </p:nvPr>
        </p:nvSpPr>
        <p:spPr>
          <a:xfrm>
            <a:off x="4015300" y="1685250"/>
            <a:ext cx="1751100" cy="1773000"/>
          </a:xfrm>
          <a:prstGeom prst="roundRect">
            <a:avLst>
              <a:gd fmla="val 11894" name="adj"/>
            </a:avLst>
          </a:prstGeom>
          <a:noFill/>
          <a:ln>
            <a:noFill/>
          </a:ln>
        </p:spPr>
      </p:sp>
      <p:sp>
        <p:nvSpPr>
          <p:cNvPr id="236" name="Google Shape;236;p31"/>
          <p:cNvSpPr/>
          <p:nvPr>
            <p:ph idx="5" type="pic"/>
          </p:nvPr>
        </p:nvSpPr>
        <p:spPr>
          <a:xfrm>
            <a:off x="5866250" y="1685250"/>
            <a:ext cx="1751100" cy="1773000"/>
          </a:xfrm>
          <a:prstGeom prst="roundRect">
            <a:avLst>
              <a:gd fmla="val 11894" name="adj"/>
            </a:avLst>
          </a:prstGeom>
          <a:noFill/>
          <a:ln>
            <a:noFill/>
          </a:ln>
        </p:spPr>
      </p:sp>
      <p:sp>
        <p:nvSpPr>
          <p:cNvPr id="237" name="Google Shape;237;p31"/>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238" name="Google Shape;238;p31"/>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9" name="Google Shape;239;p31"/>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0" name="Google Shape;240;p31"/>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31"/>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2" name="Google Shape;242;p31"/>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31"/>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4" name="Google Shape;244;p31"/>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31"/>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31"/>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3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48" name="Shape 248"/>
        <p:cNvGrpSpPr/>
        <p:nvPr/>
      </p:nvGrpSpPr>
      <p:grpSpPr>
        <a:xfrm>
          <a:off x="0" y="0"/>
          <a:ext cx="0" cy="0"/>
          <a:chOff x="0" y="0"/>
          <a:chExt cx="0" cy="0"/>
        </a:xfrm>
      </p:grpSpPr>
      <p:sp>
        <p:nvSpPr>
          <p:cNvPr id="249" name="Google Shape;249;p32"/>
          <p:cNvSpPr/>
          <p:nvPr>
            <p:ph idx="2" type="pic"/>
          </p:nvPr>
        </p:nvSpPr>
        <p:spPr>
          <a:xfrm>
            <a:off x="392100" y="411300"/>
            <a:ext cx="4915800" cy="4333200"/>
          </a:xfrm>
          <a:prstGeom prst="roundRect">
            <a:avLst>
              <a:gd fmla="val 11160" name="adj"/>
            </a:avLst>
          </a:prstGeom>
          <a:noFill/>
          <a:ln>
            <a:noFill/>
          </a:ln>
        </p:spPr>
      </p:sp>
      <p:sp>
        <p:nvSpPr>
          <p:cNvPr id="250" name="Google Shape;250;p32"/>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1" name="Google Shape;251;p32"/>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2" name="Google Shape;252;p32"/>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53" name="Google Shape;253;p3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54" name="Shape 254"/>
        <p:cNvGrpSpPr/>
        <p:nvPr/>
      </p:nvGrpSpPr>
      <p:grpSpPr>
        <a:xfrm>
          <a:off x="0" y="0"/>
          <a:ext cx="0" cy="0"/>
          <a:chOff x="0" y="0"/>
          <a:chExt cx="0" cy="0"/>
        </a:xfrm>
      </p:grpSpPr>
      <p:sp>
        <p:nvSpPr>
          <p:cNvPr id="255" name="Google Shape;255;p33"/>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6" name="Google Shape;256;p33"/>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7" name="Google Shape;257;p33"/>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58" name="Google Shape;258;p33"/>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59" name="Google Shape;259;p33"/>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60" name="Google Shape;260;p33"/>
          <p:cNvSpPr/>
          <p:nvPr>
            <p:ph idx="2" type="pic"/>
          </p:nvPr>
        </p:nvSpPr>
        <p:spPr>
          <a:xfrm>
            <a:off x="3910200" y="3408075"/>
            <a:ext cx="3486300" cy="1447800"/>
          </a:xfrm>
          <a:prstGeom prst="roundRect">
            <a:avLst>
              <a:gd fmla="val 16397" name="adj"/>
            </a:avLst>
          </a:prstGeom>
          <a:noFill/>
          <a:ln>
            <a:noFill/>
          </a:ln>
        </p:spPr>
      </p:sp>
      <p:sp>
        <p:nvSpPr>
          <p:cNvPr id="261" name="Google Shape;261;p33"/>
          <p:cNvSpPr/>
          <p:nvPr>
            <p:ph idx="3" type="pic"/>
          </p:nvPr>
        </p:nvSpPr>
        <p:spPr>
          <a:xfrm>
            <a:off x="277500" y="277500"/>
            <a:ext cx="2765700" cy="3013800"/>
          </a:xfrm>
          <a:prstGeom prst="roundRect">
            <a:avLst>
              <a:gd fmla="val 8721" name="adj"/>
            </a:avLst>
          </a:prstGeom>
          <a:noFill/>
          <a:ln>
            <a:noFill/>
          </a:ln>
        </p:spPr>
      </p:sp>
      <p:sp>
        <p:nvSpPr>
          <p:cNvPr id="262" name="Google Shape;262;p33"/>
          <p:cNvSpPr/>
          <p:nvPr>
            <p:ph idx="4" type="pic"/>
          </p:nvPr>
        </p:nvSpPr>
        <p:spPr>
          <a:xfrm>
            <a:off x="3161225" y="277500"/>
            <a:ext cx="1350600" cy="1447800"/>
          </a:xfrm>
          <a:prstGeom prst="roundRect">
            <a:avLst>
              <a:gd fmla="val 15267" name="adj"/>
            </a:avLst>
          </a:prstGeom>
          <a:noFill/>
          <a:ln>
            <a:noFill/>
          </a:ln>
        </p:spPr>
      </p:sp>
      <p:sp>
        <p:nvSpPr>
          <p:cNvPr id="263" name="Google Shape;263;p33"/>
          <p:cNvSpPr/>
          <p:nvPr>
            <p:ph idx="5" type="pic"/>
          </p:nvPr>
        </p:nvSpPr>
        <p:spPr>
          <a:xfrm>
            <a:off x="6883575" y="399550"/>
            <a:ext cx="1866000" cy="2775000"/>
          </a:xfrm>
          <a:prstGeom prst="roundRect">
            <a:avLst>
              <a:gd fmla="val 9097" name="adj"/>
            </a:avLst>
          </a:prstGeom>
          <a:noFill/>
          <a:ln>
            <a:noFill/>
          </a:ln>
        </p:spPr>
      </p:sp>
      <p:sp>
        <p:nvSpPr>
          <p:cNvPr id="264" name="Google Shape;264;p33"/>
          <p:cNvSpPr/>
          <p:nvPr>
            <p:ph idx="6" type="pic"/>
          </p:nvPr>
        </p:nvSpPr>
        <p:spPr>
          <a:xfrm>
            <a:off x="7516025" y="3407700"/>
            <a:ext cx="1350600" cy="1447800"/>
          </a:xfrm>
          <a:prstGeom prst="roundRect">
            <a:avLst>
              <a:gd fmla="val 16397" name="adj"/>
            </a:avLst>
          </a:prstGeom>
          <a:noFill/>
          <a:ln>
            <a:noFill/>
          </a:ln>
        </p:spPr>
      </p:sp>
      <p:sp>
        <p:nvSpPr>
          <p:cNvPr id="265" name="Google Shape;265;p33"/>
          <p:cNvSpPr/>
          <p:nvPr>
            <p:ph idx="7" type="pic"/>
          </p:nvPr>
        </p:nvSpPr>
        <p:spPr>
          <a:xfrm>
            <a:off x="394425" y="3528475"/>
            <a:ext cx="3279600" cy="1218900"/>
          </a:xfrm>
          <a:prstGeom prst="roundRect">
            <a:avLst>
              <a:gd fmla="val 11412" name="adj"/>
            </a:avLst>
          </a:prstGeom>
          <a:noFill/>
          <a:ln>
            <a:noFill/>
          </a:ln>
        </p:spPr>
      </p:sp>
      <p:sp>
        <p:nvSpPr>
          <p:cNvPr id="266" name="Google Shape;266;p33"/>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67" name="Google Shape;267;p33"/>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68" name="Google Shape;268;p33"/>
          <p:cNvCxnSpPr>
            <a:stCxn id="266" idx="1"/>
            <a:endCxn id="266"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69" name="Google Shape;269;p33"/>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70" name="Google Shape;270;p33"/>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71" name="Google Shape;271;p33"/>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2" name="Google Shape;272;p33"/>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73" name="Google Shape;273;p33"/>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74" name="Google Shape;274;p33"/>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75" name="Google Shape;275;p33"/>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6" name="Google Shape;276;p33"/>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7" name="Google Shape;277;p33"/>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8" name="Google Shape;278;p33"/>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9" name="Google Shape;279;p33"/>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80" name="Google Shape;280;p3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81" name="Google Shape;281;p33"/>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82" name="Shape 282"/>
        <p:cNvGrpSpPr/>
        <p:nvPr/>
      </p:nvGrpSpPr>
      <p:grpSpPr>
        <a:xfrm>
          <a:off x="0" y="0"/>
          <a:ext cx="0" cy="0"/>
          <a:chOff x="0" y="0"/>
          <a:chExt cx="0" cy="0"/>
        </a:xfrm>
      </p:grpSpPr>
      <p:sp>
        <p:nvSpPr>
          <p:cNvPr id="283" name="Google Shape;283;p34"/>
          <p:cNvSpPr/>
          <p:nvPr>
            <p:ph idx="2" type="pic"/>
          </p:nvPr>
        </p:nvSpPr>
        <p:spPr>
          <a:xfrm>
            <a:off x="2021325" y="1854425"/>
            <a:ext cx="1679100" cy="3013800"/>
          </a:xfrm>
          <a:prstGeom prst="roundRect">
            <a:avLst>
              <a:gd fmla="val 13643" name="adj"/>
            </a:avLst>
          </a:prstGeom>
          <a:noFill/>
          <a:ln>
            <a:noFill/>
          </a:ln>
        </p:spPr>
      </p:sp>
      <p:sp>
        <p:nvSpPr>
          <p:cNvPr id="284" name="Google Shape;284;p34"/>
          <p:cNvSpPr/>
          <p:nvPr>
            <p:ph idx="3" type="pic"/>
          </p:nvPr>
        </p:nvSpPr>
        <p:spPr>
          <a:xfrm>
            <a:off x="5444400" y="1854425"/>
            <a:ext cx="1679100" cy="3013800"/>
          </a:xfrm>
          <a:prstGeom prst="roundRect">
            <a:avLst>
              <a:gd fmla="val 13643" name="adj"/>
            </a:avLst>
          </a:prstGeom>
          <a:noFill/>
          <a:ln>
            <a:noFill/>
          </a:ln>
        </p:spPr>
      </p:sp>
      <p:sp>
        <p:nvSpPr>
          <p:cNvPr id="285" name="Google Shape;285;p34"/>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6" name="Google Shape;286;p34"/>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7" name="Google Shape;287;p34"/>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8" name="Google Shape;288;p34"/>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9" name="Google Shape;289;p3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90" name="Google Shape;290;p34"/>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1" name="Google Shape;291;p34"/>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2" name="Google Shape;292;p3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3" name="Shape 293"/>
        <p:cNvGrpSpPr/>
        <p:nvPr/>
      </p:nvGrpSpPr>
      <p:grpSpPr>
        <a:xfrm>
          <a:off x="0" y="0"/>
          <a:ext cx="0" cy="0"/>
          <a:chOff x="0" y="0"/>
          <a:chExt cx="0" cy="0"/>
        </a:xfrm>
      </p:grpSpPr>
      <p:sp>
        <p:nvSpPr>
          <p:cNvPr id="294" name="Google Shape;294;p35"/>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95" name="Google Shape;295;p35"/>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6" name="Shape 296"/>
        <p:cNvGrpSpPr/>
        <p:nvPr/>
      </p:nvGrpSpPr>
      <p:grpSpPr>
        <a:xfrm>
          <a:off x="0" y="0"/>
          <a:ext cx="0" cy="0"/>
          <a:chOff x="0" y="0"/>
          <a:chExt cx="0" cy="0"/>
        </a:xfrm>
      </p:grpSpPr>
      <p:sp>
        <p:nvSpPr>
          <p:cNvPr id="297" name="Google Shape;297;p36"/>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8" name="Shape 298"/>
        <p:cNvGrpSpPr/>
        <p:nvPr/>
      </p:nvGrpSpPr>
      <p:grpSpPr>
        <a:xfrm>
          <a:off x="0" y="0"/>
          <a:ext cx="0" cy="0"/>
          <a:chOff x="0" y="0"/>
          <a:chExt cx="0" cy="0"/>
        </a:xfrm>
      </p:grpSpPr>
      <p:sp>
        <p:nvSpPr>
          <p:cNvPr id="299" name="Google Shape;299;p3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0" name="Google Shape;300;p37"/>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01" name="Shape 301"/>
        <p:cNvGrpSpPr/>
        <p:nvPr/>
      </p:nvGrpSpPr>
      <p:grpSpPr>
        <a:xfrm>
          <a:off x="0" y="0"/>
          <a:ext cx="0" cy="0"/>
          <a:chOff x="0" y="0"/>
          <a:chExt cx="0" cy="0"/>
        </a:xfrm>
      </p:grpSpPr>
      <p:sp>
        <p:nvSpPr>
          <p:cNvPr id="302" name="Google Shape;302;p38"/>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3" name="Google Shape;303;p38"/>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4" name="Google Shape;304;p38"/>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09" name="Google Shape;309;p40"/>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0" name="Shape 310"/>
        <p:cNvGrpSpPr/>
        <p:nvPr/>
      </p:nvGrpSpPr>
      <p:grpSpPr>
        <a:xfrm>
          <a:off x="0" y="0"/>
          <a:ext cx="0" cy="0"/>
          <a:chOff x="0" y="0"/>
          <a:chExt cx="0" cy="0"/>
        </a:xfrm>
      </p:grpSpPr>
      <p:sp>
        <p:nvSpPr>
          <p:cNvPr id="311" name="Google Shape;311;p41"/>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2" name="Shape 312"/>
        <p:cNvGrpSpPr/>
        <p:nvPr/>
      </p:nvGrpSpPr>
      <p:grpSpPr>
        <a:xfrm>
          <a:off x="0" y="0"/>
          <a:ext cx="0" cy="0"/>
          <a:chOff x="0" y="0"/>
          <a:chExt cx="0" cy="0"/>
        </a:xfrm>
      </p:grpSpPr>
      <p:sp>
        <p:nvSpPr>
          <p:cNvPr id="313" name="Google Shape;313;p42"/>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14" name="Google Shape;314;p42"/>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5" name="Google Shape;315;p42"/>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6" name="Shape 316"/>
        <p:cNvGrpSpPr/>
        <p:nvPr/>
      </p:nvGrpSpPr>
      <p:grpSpPr>
        <a:xfrm>
          <a:off x="0" y="0"/>
          <a:ext cx="0" cy="0"/>
          <a:chOff x="0" y="0"/>
          <a:chExt cx="0" cy="0"/>
        </a:xfrm>
      </p:grpSpPr>
      <p:sp>
        <p:nvSpPr>
          <p:cNvPr id="317" name="Google Shape;317;p43"/>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8" name="Shape 318"/>
        <p:cNvGrpSpPr/>
        <p:nvPr/>
      </p:nvGrpSpPr>
      <p:grpSpPr>
        <a:xfrm>
          <a:off x="0" y="0"/>
          <a:ext cx="0" cy="0"/>
          <a:chOff x="0" y="0"/>
          <a:chExt cx="0" cy="0"/>
        </a:xfrm>
      </p:grpSpPr>
      <p:sp>
        <p:nvSpPr>
          <p:cNvPr id="319" name="Google Shape;319;p44"/>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20" name="Google Shape;320;p44"/>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21" name="Shape 321"/>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2" name="Shape 322"/>
        <p:cNvGrpSpPr/>
        <p:nvPr/>
      </p:nvGrpSpPr>
      <p:grpSpPr>
        <a:xfrm>
          <a:off x="0" y="0"/>
          <a:ext cx="0" cy="0"/>
          <a:chOff x="0" y="0"/>
          <a:chExt cx="0" cy="0"/>
        </a:xfrm>
      </p:grpSpPr>
      <p:sp>
        <p:nvSpPr>
          <p:cNvPr id="323" name="Google Shape;323;p46"/>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6"/>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6"/>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46"/>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46"/>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8" name="Google Shape;328;p46"/>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9" name="Google Shape;329;p46"/>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7"/>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3" name="Google Shape;333;p4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4" name="Shape 334"/>
        <p:cNvGrpSpPr/>
        <p:nvPr/>
      </p:nvGrpSpPr>
      <p:grpSpPr>
        <a:xfrm>
          <a:off x="0" y="0"/>
          <a:ext cx="0" cy="0"/>
          <a:chOff x="0" y="0"/>
          <a:chExt cx="0" cy="0"/>
        </a:xfrm>
      </p:grpSpPr>
      <p:sp>
        <p:nvSpPr>
          <p:cNvPr id="335" name="Google Shape;335;p48"/>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36" name="Google Shape;336;p48"/>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7" name="Google Shape;337;p48"/>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8"/>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9" name="Google Shape;339;p48"/>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0" name="Shape 340"/>
        <p:cNvGrpSpPr/>
        <p:nvPr/>
      </p:nvGrpSpPr>
      <p:grpSpPr>
        <a:xfrm>
          <a:off x="0" y="0"/>
          <a:ext cx="0" cy="0"/>
          <a:chOff x="0" y="0"/>
          <a:chExt cx="0" cy="0"/>
        </a:xfrm>
      </p:grpSpPr>
      <p:sp>
        <p:nvSpPr>
          <p:cNvPr id="341" name="Google Shape;341;p49"/>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49"/>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3" name="Google Shape;343;p49"/>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44" name="Google Shape;344;p49"/>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49"/>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6" name="Google Shape;346;p49"/>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7" name="Google Shape;347;p49"/>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8" name="Shape 348"/>
        <p:cNvGrpSpPr/>
        <p:nvPr/>
      </p:nvGrpSpPr>
      <p:grpSpPr>
        <a:xfrm>
          <a:off x="0" y="0"/>
          <a:ext cx="0" cy="0"/>
          <a:chOff x="0" y="0"/>
          <a:chExt cx="0" cy="0"/>
        </a:xfrm>
      </p:grpSpPr>
      <p:sp>
        <p:nvSpPr>
          <p:cNvPr id="349" name="Google Shape;349;p50"/>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0" name="Google Shape;350;p50"/>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0"/>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0"/>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3" name="Google Shape;353;p50"/>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4" name="Google Shape;354;p50"/>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0"/>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0"/>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50"/>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8" name="Shape 358"/>
        <p:cNvGrpSpPr/>
        <p:nvPr/>
      </p:nvGrpSpPr>
      <p:grpSpPr>
        <a:xfrm>
          <a:off x="0" y="0"/>
          <a:ext cx="0" cy="0"/>
          <a:chOff x="0" y="0"/>
          <a:chExt cx="0" cy="0"/>
        </a:xfrm>
      </p:grpSpPr>
      <p:sp>
        <p:nvSpPr>
          <p:cNvPr id="359" name="Google Shape;359;p5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0" name="Google Shape;360;p5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61" name="Shape 361"/>
        <p:cNvGrpSpPr/>
        <p:nvPr/>
      </p:nvGrpSpPr>
      <p:grpSpPr>
        <a:xfrm>
          <a:off x="0" y="0"/>
          <a:ext cx="0" cy="0"/>
          <a:chOff x="0" y="0"/>
          <a:chExt cx="0" cy="0"/>
        </a:xfrm>
      </p:grpSpPr>
      <p:sp>
        <p:nvSpPr>
          <p:cNvPr id="362" name="Google Shape;362;p52"/>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3" name="Google Shape;363;p52"/>
          <p:cNvSpPr/>
          <p:nvPr>
            <p:ph idx="2" type="pic"/>
          </p:nvPr>
        </p:nvSpPr>
        <p:spPr>
          <a:xfrm>
            <a:off x="4804825" y="1133300"/>
            <a:ext cx="4027500" cy="2392800"/>
          </a:xfrm>
          <a:prstGeom prst="rect">
            <a:avLst/>
          </a:prstGeom>
          <a:noFill/>
          <a:ln>
            <a:noFill/>
          </a:ln>
        </p:spPr>
      </p:sp>
      <p:sp>
        <p:nvSpPr>
          <p:cNvPr id="364" name="Google Shape;364;p52"/>
          <p:cNvSpPr/>
          <p:nvPr>
            <p:ph idx="3" type="pic"/>
          </p:nvPr>
        </p:nvSpPr>
        <p:spPr>
          <a:xfrm>
            <a:off x="311725" y="1133300"/>
            <a:ext cx="4027500" cy="2392800"/>
          </a:xfrm>
          <a:prstGeom prst="rect">
            <a:avLst/>
          </a:prstGeom>
          <a:noFill/>
          <a:ln>
            <a:noFill/>
          </a:ln>
        </p:spPr>
      </p:sp>
      <p:sp>
        <p:nvSpPr>
          <p:cNvPr id="365" name="Google Shape;365;p52"/>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6" name="Google Shape;366;p52"/>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7" name="Google Shape;367;p52"/>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8" name="Google Shape;368;p52"/>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9" name="Shape 369"/>
        <p:cNvGrpSpPr/>
        <p:nvPr/>
      </p:nvGrpSpPr>
      <p:grpSpPr>
        <a:xfrm>
          <a:off x="0" y="0"/>
          <a:ext cx="0" cy="0"/>
          <a:chOff x="0" y="0"/>
          <a:chExt cx="0" cy="0"/>
        </a:xfrm>
      </p:grpSpPr>
      <p:sp>
        <p:nvSpPr>
          <p:cNvPr id="370" name="Google Shape;370;p53"/>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1" name="Google Shape;371;p53"/>
          <p:cNvSpPr/>
          <p:nvPr>
            <p:ph idx="2" type="pic"/>
          </p:nvPr>
        </p:nvSpPr>
        <p:spPr>
          <a:xfrm>
            <a:off x="6205225" y="1128325"/>
            <a:ext cx="2627100" cy="2273100"/>
          </a:xfrm>
          <a:prstGeom prst="rect">
            <a:avLst/>
          </a:prstGeom>
          <a:noFill/>
          <a:ln>
            <a:noFill/>
          </a:ln>
        </p:spPr>
      </p:sp>
      <p:sp>
        <p:nvSpPr>
          <p:cNvPr id="372" name="Google Shape;372;p53"/>
          <p:cNvSpPr/>
          <p:nvPr>
            <p:ph idx="3" type="pic"/>
          </p:nvPr>
        </p:nvSpPr>
        <p:spPr>
          <a:xfrm>
            <a:off x="311725" y="1128325"/>
            <a:ext cx="2627100" cy="2273100"/>
          </a:xfrm>
          <a:prstGeom prst="rect">
            <a:avLst/>
          </a:prstGeom>
          <a:noFill/>
          <a:ln>
            <a:noFill/>
          </a:ln>
        </p:spPr>
      </p:sp>
      <p:sp>
        <p:nvSpPr>
          <p:cNvPr id="373" name="Google Shape;373;p53"/>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53"/>
          <p:cNvSpPr/>
          <p:nvPr>
            <p:ph idx="5" type="pic"/>
          </p:nvPr>
        </p:nvSpPr>
        <p:spPr>
          <a:xfrm>
            <a:off x="3255250" y="1128325"/>
            <a:ext cx="2627100" cy="2273100"/>
          </a:xfrm>
          <a:prstGeom prst="rect">
            <a:avLst/>
          </a:prstGeom>
          <a:noFill/>
          <a:ln>
            <a:noFill/>
          </a:ln>
        </p:spPr>
      </p:sp>
      <p:sp>
        <p:nvSpPr>
          <p:cNvPr id="375" name="Google Shape;375;p53"/>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6" name="Google Shape;376;p53"/>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7" name="Google Shape;377;p53"/>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8" name="Google Shape;378;p53"/>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9" name="Google Shape;379;p53"/>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0" name="Shape 380"/>
        <p:cNvGrpSpPr/>
        <p:nvPr/>
      </p:nvGrpSpPr>
      <p:grpSpPr>
        <a:xfrm>
          <a:off x="0" y="0"/>
          <a:ext cx="0" cy="0"/>
          <a:chOff x="0" y="0"/>
          <a:chExt cx="0" cy="0"/>
        </a:xfrm>
      </p:grpSpPr>
      <p:sp>
        <p:nvSpPr>
          <p:cNvPr id="381" name="Google Shape;381;p5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2" name="Shape 382"/>
        <p:cNvGrpSpPr/>
        <p:nvPr/>
      </p:nvGrpSpPr>
      <p:grpSpPr>
        <a:xfrm>
          <a:off x="0" y="0"/>
          <a:ext cx="0" cy="0"/>
          <a:chOff x="0" y="0"/>
          <a:chExt cx="0" cy="0"/>
        </a:xfrm>
      </p:grpSpPr>
      <p:sp>
        <p:nvSpPr>
          <p:cNvPr id="383" name="Google Shape;383;p55"/>
          <p:cNvSpPr/>
          <p:nvPr>
            <p:ph idx="2" type="pic"/>
          </p:nvPr>
        </p:nvSpPr>
        <p:spPr>
          <a:xfrm>
            <a:off x="3389600" y="118913"/>
            <a:ext cx="1643700" cy="1535100"/>
          </a:xfrm>
          <a:prstGeom prst="rect">
            <a:avLst/>
          </a:prstGeom>
          <a:noFill/>
          <a:ln>
            <a:noFill/>
          </a:ln>
        </p:spPr>
      </p:sp>
      <p:sp>
        <p:nvSpPr>
          <p:cNvPr id="384" name="Google Shape;384;p55"/>
          <p:cNvSpPr/>
          <p:nvPr>
            <p:ph idx="3" type="pic"/>
          </p:nvPr>
        </p:nvSpPr>
        <p:spPr>
          <a:xfrm>
            <a:off x="5195935" y="118913"/>
            <a:ext cx="1643700" cy="1535100"/>
          </a:xfrm>
          <a:prstGeom prst="rect">
            <a:avLst/>
          </a:prstGeom>
          <a:noFill/>
          <a:ln>
            <a:noFill/>
          </a:ln>
        </p:spPr>
      </p:sp>
      <p:sp>
        <p:nvSpPr>
          <p:cNvPr id="385" name="Google Shape;385;p55"/>
          <p:cNvSpPr/>
          <p:nvPr>
            <p:ph idx="4" type="pic"/>
          </p:nvPr>
        </p:nvSpPr>
        <p:spPr>
          <a:xfrm>
            <a:off x="7002270" y="118913"/>
            <a:ext cx="1643700" cy="1535100"/>
          </a:xfrm>
          <a:prstGeom prst="rect">
            <a:avLst/>
          </a:prstGeom>
          <a:noFill/>
          <a:ln>
            <a:noFill/>
          </a:ln>
        </p:spPr>
      </p:sp>
      <p:sp>
        <p:nvSpPr>
          <p:cNvPr id="386" name="Google Shape;386;p55"/>
          <p:cNvSpPr/>
          <p:nvPr>
            <p:ph idx="5" type="pic"/>
          </p:nvPr>
        </p:nvSpPr>
        <p:spPr>
          <a:xfrm>
            <a:off x="3389588" y="1804212"/>
            <a:ext cx="1643700" cy="1535100"/>
          </a:xfrm>
          <a:prstGeom prst="rect">
            <a:avLst/>
          </a:prstGeom>
          <a:noFill/>
          <a:ln>
            <a:noFill/>
          </a:ln>
        </p:spPr>
      </p:sp>
      <p:sp>
        <p:nvSpPr>
          <p:cNvPr id="387" name="Google Shape;387;p55"/>
          <p:cNvSpPr/>
          <p:nvPr>
            <p:ph idx="6" type="pic"/>
          </p:nvPr>
        </p:nvSpPr>
        <p:spPr>
          <a:xfrm>
            <a:off x="5195922" y="1804212"/>
            <a:ext cx="1643700" cy="1535100"/>
          </a:xfrm>
          <a:prstGeom prst="rect">
            <a:avLst/>
          </a:prstGeom>
          <a:noFill/>
          <a:ln>
            <a:noFill/>
          </a:ln>
        </p:spPr>
      </p:sp>
      <p:sp>
        <p:nvSpPr>
          <p:cNvPr id="388" name="Google Shape;388;p55"/>
          <p:cNvSpPr/>
          <p:nvPr>
            <p:ph idx="7" type="pic"/>
          </p:nvPr>
        </p:nvSpPr>
        <p:spPr>
          <a:xfrm>
            <a:off x="7002257" y="1804212"/>
            <a:ext cx="1643700" cy="1535100"/>
          </a:xfrm>
          <a:prstGeom prst="rect">
            <a:avLst/>
          </a:prstGeom>
          <a:noFill/>
          <a:ln>
            <a:noFill/>
          </a:ln>
        </p:spPr>
      </p:sp>
      <p:sp>
        <p:nvSpPr>
          <p:cNvPr id="389" name="Google Shape;389;p55"/>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0" name="Google Shape;390;p55"/>
          <p:cNvSpPr/>
          <p:nvPr>
            <p:ph idx="8" type="pic"/>
          </p:nvPr>
        </p:nvSpPr>
        <p:spPr>
          <a:xfrm>
            <a:off x="3389588" y="3489487"/>
            <a:ext cx="1643700" cy="1535100"/>
          </a:xfrm>
          <a:prstGeom prst="rect">
            <a:avLst/>
          </a:prstGeom>
          <a:noFill/>
          <a:ln>
            <a:noFill/>
          </a:ln>
        </p:spPr>
      </p:sp>
      <p:sp>
        <p:nvSpPr>
          <p:cNvPr id="391" name="Google Shape;391;p55"/>
          <p:cNvSpPr/>
          <p:nvPr>
            <p:ph idx="9" type="pic"/>
          </p:nvPr>
        </p:nvSpPr>
        <p:spPr>
          <a:xfrm>
            <a:off x="5195922" y="3489487"/>
            <a:ext cx="1643700" cy="1535100"/>
          </a:xfrm>
          <a:prstGeom prst="rect">
            <a:avLst/>
          </a:prstGeom>
          <a:noFill/>
          <a:ln>
            <a:noFill/>
          </a:ln>
        </p:spPr>
      </p:sp>
      <p:sp>
        <p:nvSpPr>
          <p:cNvPr id="392" name="Google Shape;392;p5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43" Type="http://schemas.openxmlformats.org/officeDocument/2006/relationships/theme" Target="../theme/theme1.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52" name="Google Shape;52;p13"/>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hyperlink" Target="http://drive.google.com/file/d/1mcCpB5b2Y3ZR8DeuQVblsAz1Ez-MCrmX/view" TargetMode="External"/><Relationship Id="rId4" Type="http://schemas.openxmlformats.org/officeDocument/2006/relationships/image" Target="../media/image3.png"/><Relationship Id="rId5" Type="http://schemas.openxmlformats.org/officeDocument/2006/relationships/hyperlink" Target="http://drive.google.com/file/d/1H_HAabYev3Wax_TDRw9KiXGQ5cnMReTR/view" TargetMode="External"/><Relationship Id="rId6"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hyperlink" Target="http://drive.google.com/file/d/19BmfTb1JMWjF_e2HDtu7VwJFSf9TP1sN/view" TargetMode="Externa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96" name="Shape 396"/>
        <p:cNvGrpSpPr/>
        <p:nvPr/>
      </p:nvGrpSpPr>
      <p:grpSpPr>
        <a:xfrm>
          <a:off x="0" y="0"/>
          <a:ext cx="0" cy="0"/>
          <a:chOff x="0" y="0"/>
          <a:chExt cx="0" cy="0"/>
        </a:xfrm>
      </p:grpSpPr>
      <p:sp>
        <p:nvSpPr>
          <p:cNvPr id="397" name="Google Shape;397;p56"/>
          <p:cNvSpPr txBox="1"/>
          <p:nvPr>
            <p:ph idx="1" type="subTitle"/>
          </p:nvPr>
        </p:nvSpPr>
        <p:spPr>
          <a:xfrm>
            <a:off x="872504" y="4044300"/>
            <a:ext cx="5859300" cy="45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Chamarr Auber, Aaron Brown, Deven Shah, Stephanie Wang</a:t>
            </a:r>
            <a:endParaRPr/>
          </a:p>
        </p:txBody>
      </p:sp>
      <p:sp>
        <p:nvSpPr>
          <p:cNvPr id="398" name="Google Shape;398;p56"/>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Boston University</a:t>
            </a:r>
            <a:endParaRPr/>
          </a:p>
        </p:txBody>
      </p:sp>
      <p:sp>
        <p:nvSpPr>
          <p:cNvPr id="399" name="Google Shape;399;p56"/>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Semester: Summer 2026</a:t>
            </a:r>
            <a:endParaRPr/>
          </a:p>
        </p:txBody>
      </p:sp>
      <p:sp>
        <p:nvSpPr>
          <p:cNvPr id="400" name="Google Shape;400;p56"/>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 May 23</a:t>
            </a:r>
            <a:endParaRPr/>
          </a:p>
        </p:txBody>
      </p:sp>
      <p:sp>
        <p:nvSpPr>
          <p:cNvPr id="401" name="Google Shape;401;p56"/>
          <p:cNvSpPr txBox="1"/>
          <p:nvPr>
            <p:ph type="title"/>
          </p:nvPr>
        </p:nvSpPr>
        <p:spPr>
          <a:xfrm>
            <a:off x="770450" y="1845150"/>
            <a:ext cx="5623800" cy="1453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i="1" lang="en" u="sng">
                <a:latin typeface="Instrument Serif"/>
                <a:ea typeface="Instrument Serif"/>
                <a:cs typeface="Instrument Serif"/>
                <a:sym typeface="Instrument Serif"/>
              </a:rPr>
              <a:t>HealthNest</a:t>
            </a:r>
            <a:endParaRPr i="1" u="sng">
              <a:latin typeface="Instrument Serif"/>
              <a:ea typeface="Instrument Serif"/>
              <a:cs typeface="Instrument Serif"/>
              <a:sym typeface="Instrument Serif"/>
            </a:endParaRPr>
          </a:p>
        </p:txBody>
      </p:sp>
      <p:sp>
        <p:nvSpPr>
          <p:cNvPr id="402" name="Google Shape;402;p56"/>
          <p:cNvSpPr txBox="1"/>
          <p:nvPr/>
        </p:nvSpPr>
        <p:spPr>
          <a:xfrm>
            <a:off x="770450" y="3536688"/>
            <a:ext cx="6586500" cy="50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lt1"/>
              </a:buClr>
              <a:buSzPts val="1100"/>
              <a:buFont typeface="Arial"/>
              <a:buNone/>
            </a:pPr>
            <a:r>
              <a:rPr lang="en" sz="1200">
                <a:solidFill>
                  <a:schemeClr val="dk1"/>
                </a:solidFill>
                <a:latin typeface="Azeret Mono"/>
                <a:ea typeface="Azeret Mono"/>
                <a:cs typeface="Azeret Mono"/>
                <a:sym typeface="Azeret Mono"/>
              </a:rPr>
              <a:t>CS673 Software Engineering | Team 2 | Iteration 1 Presentation</a:t>
            </a:r>
            <a:endParaRPr sz="1200">
              <a:solidFill>
                <a:schemeClr val="dk1"/>
              </a:solidFill>
              <a:latin typeface="Azeret Mono"/>
              <a:ea typeface="Azeret Mono"/>
              <a:cs typeface="Azeret Mono"/>
              <a:sym typeface="Azeret Mono"/>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06" name="Shape 406"/>
        <p:cNvGrpSpPr/>
        <p:nvPr/>
      </p:nvGrpSpPr>
      <p:grpSpPr>
        <a:xfrm>
          <a:off x="0" y="0"/>
          <a:ext cx="0" cy="0"/>
          <a:chOff x="0" y="0"/>
          <a:chExt cx="0" cy="0"/>
        </a:xfrm>
      </p:grpSpPr>
      <p:sp>
        <p:nvSpPr>
          <p:cNvPr id="407" name="Google Shape;407;p5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08" name="Google Shape;408;p57"/>
          <p:cNvSpPr txBox="1"/>
          <p:nvPr/>
        </p:nvSpPr>
        <p:spPr>
          <a:xfrm>
            <a:off x="919425" y="434650"/>
            <a:ext cx="4354800" cy="87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chemeClr val="dk1"/>
                </a:solidFill>
                <a:latin typeface="Arimo"/>
                <a:ea typeface="Arimo"/>
                <a:cs typeface="Arimo"/>
                <a:sym typeface="Arimo"/>
              </a:rPr>
              <a:t>Project Overview</a:t>
            </a:r>
            <a:endParaRPr sz="3200">
              <a:solidFill>
                <a:schemeClr val="dk1"/>
              </a:solidFill>
              <a:latin typeface="Arimo"/>
              <a:ea typeface="Arimo"/>
              <a:cs typeface="Arimo"/>
              <a:sym typeface="Arimo"/>
            </a:endParaRPr>
          </a:p>
        </p:txBody>
      </p:sp>
      <p:sp>
        <p:nvSpPr>
          <p:cNvPr id="409" name="Google Shape;409;p57"/>
          <p:cNvSpPr txBox="1"/>
          <p:nvPr/>
        </p:nvSpPr>
        <p:spPr>
          <a:xfrm>
            <a:off x="919425" y="1537925"/>
            <a:ext cx="7289400" cy="274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800">
                <a:solidFill>
                  <a:schemeClr val="dk1"/>
                </a:solidFill>
                <a:latin typeface="Arimo"/>
                <a:ea typeface="Arimo"/>
                <a:cs typeface="Arimo"/>
                <a:sym typeface="Arimo"/>
              </a:rPr>
              <a:t>HealthNest is a unified medical dashboard for both patients and healthcare providers. The goal is to centralize appointments, lab results, prescriptions, messages, and AI-assisted support into one clean platform. </a:t>
            </a:r>
            <a:endParaRPr sz="1800">
              <a:solidFill>
                <a:schemeClr val="dk1"/>
              </a:solidFill>
              <a:latin typeface="Arimo"/>
              <a:ea typeface="Arimo"/>
              <a:cs typeface="Arimo"/>
              <a:sym typeface="Arimo"/>
            </a:endParaRPr>
          </a:p>
          <a:p>
            <a:pPr indent="0" lvl="0" marL="0" rtl="0" algn="l">
              <a:lnSpc>
                <a:spcPct val="115000"/>
              </a:lnSpc>
              <a:spcBef>
                <a:spcPts val="1200"/>
              </a:spcBef>
              <a:spcAft>
                <a:spcPts val="1200"/>
              </a:spcAft>
              <a:buNone/>
            </a:pPr>
            <a:r>
              <a:rPr lang="en" sz="1800">
                <a:solidFill>
                  <a:schemeClr val="dk1"/>
                </a:solidFill>
                <a:latin typeface="Arimo"/>
                <a:ea typeface="Arimo"/>
                <a:cs typeface="Arimo"/>
                <a:sym typeface="Arimo"/>
              </a:rPr>
              <a:t>In Iteration 1, our team focused on turning this concept into the first working version through authentication, dashboard interfaces, testing, and CI/CD setup.</a:t>
            </a:r>
            <a:endParaRPr sz="1800">
              <a:solidFill>
                <a:schemeClr val="dk1"/>
              </a:solidFill>
              <a:latin typeface="Arimo"/>
              <a:ea typeface="Arimo"/>
              <a:cs typeface="Arimo"/>
              <a:sym typeface="Arim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13" name="Shape 413"/>
        <p:cNvGrpSpPr/>
        <p:nvPr/>
      </p:nvGrpSpPr>
      <p:grpSpPr>
        <a:xfrm>
          <a:off x="0" y="0"/>
          <a:ext cx="0" cy="0"/>
          <a:chOff x="0" y="0"/>
          <a:chExt cx="0" cy="0"/>
        </a:xfrm>
      </p:grpSpPr>
      <p:pic>
        <p:nvPicPr>
          <p:cNvPr id="414" name="Google Shape;414;p58"/>
          <p:cNvPicPr preferRelativeResize="0"/>
          <p:nvPr/>
        </p:nvPicPr>
        <p:blipFill rotWithShape="1">
          <a:blip r:embed="rId3">
            <a:alphaModFix amt="10000"/>
          </a:blip>
          <a:srcRect b="19825" l="1070" r="80231" t="14705"/>
          <a:stretch/>
        </p:blipFill>
        <p:spPr>
          <a:xfrm>
            <a:off x="279125" y="1227875"/>
            <a:ext cx="1623600" cy="3824100"/>
          </a:xfrm>
          <a:prstGeom prst="roundRect">
            <a:avLst>
              <a:gd fmla="val 9898" name="adj"/>
            </a:avLst>
          </a:prstGeom>
          <a:noFill/>
          <a:ln>
            <a:noFill/>
          </a:ln>
        </p:spPr>
      </p:pic>
      <p:pic>
        <p:nvPicPr>
          <p:cNvPr id="415" name="Google Shape;415;p58"/>
          <p:cNvPicPr preferRelativeResize="0"/>
          <p:nvPr/>
        </p:nvPicPr>
        <p:blipFill rotWithShape="1">
          <a:blip r:embed="rId3">
            <a:alphaModFix amt="10000"/>
          </a:blip>
          <a:srcRect b="19825" l="1070" r="80231" t="14705"/>
          <a:stretch/>
        </p:blipFill>
        <p:spPr>
          <a:xfrm>
            <a:off x="2016925" y="1227875"/>
            <a:ext cx="1623600" cy="3824100"/>
          </a:xfrm>
          <a:prstGeom prst="roundRect">
            <a:avLst>
              <a:gd fmla="val 9898" name="adj"/>
            </a:avLst>
          </a:prstGeom>
          <a:noFill/>
          <a:ln>
            <a:noFill/>
          </a:ln>
        </p:spPr>
      </p:pic>
      <p:pic>
        <p:nvPicPr>
          <p:cNvPr id="416" name="Google Shape;416;p58"/>
          <p:cNvPicPr preferRelativeResize="0"/>
          <p:nvPr/>
        </p:nvPicPr>
        <p:blipFill rotWithShape="1">
          <a:blip r:embed="rId3">
            <a:alphaModFix amt="10000"/>
          </a:blip>
          <a:srcRect b="19825" l="1070" r="80231" t="14705"/>
          <a:stretch/>
        </p:blipFill>
        <p:spPr>
          <a:xfrm>
            <a:off x="3754725" y="1227875"/>
            <a:ext cx="1623600" cy="3824100"/>
          </a:xfrm>
          <a:prstGeom prst="roundRect">
            <a:avLst>
              <a:gd fmla="val 9898" name="adj"/>
            </a:avLst>
          </a:prstGeom>
          <a:noFill/>
          <a:ln>
            <a:noFill/>
          </a:ln>
        </p:spPr>
      </p:pic>
      <p:pic>
        <p:nvPicPr>
          <p:cNvPr id="417" name="Google Shape;417;p58"/>
          <p:cNvPicPr preferRelativeResize="0"/>
          <p:nvPr/>
        </p:nvPicPr>
        <p:blipFill rotWithShape="1">
          <a:blip r:embed="rId3">
            <a:alphaModFix amt="10000"/>
          </a:blip>
          <a:srcRect b="19825" l="1070" r="80231" t="14705"/>
          <a:stretch/>
        </p:blipFill>
        <p:spPr>
          <a:xfrm>
            <a:off x="5492525" y="1227875"/>
            <a:ext cx="1623600" cy="3824100"/>
          </a:xfrm>
          <a:prstGeom prst="roundRect">
            <a:avLst>
              <a:gd fmla="val 9898" name="adj"/>
            </a:avLst>
          </a:prstGeom>
          <a:noFill/>
          <a:ln>
            <a:noFill/>
          </a:ln>
        </p:spPr>
      </p:pic>
      <p:pic>
        <p:nvPicPr>
          <p:cNvPr id="418" name="Google Shape;418;p58"/>
          <p:cNvPicPr preferRelativeResize="0"/>
          <p:nvPr/>
        </p:nvPicPr>
        <p:blipFill rotWithShape="1">
          <a:blip r:embed="rId3">
            <a:alphaModFix amt="10000"/>
          </a:blip>
          <a:srcRect b="19825" l="1070" r="80231" t="14705"/>
          <a:stretch/>
        </p:blipFill>
        <p:spPr>
          <a:xfrm>
            <a:off x="7230325" y="1227875"/>
            <a:ext cx="1623600" cy="3824100"/>
          </a:xfrm>
          <a:prstGeom prst="roundRect">
            <a:avLst>
              <a:gd fmla="val 9898" name="adj"/>
            </a:avLst>
          </a:prstGeom>
          <a:noFill/>
          <a:ln>
            <a:noFill/>
          </a:ln>
        </p:spPr>
      </p:pic>
      <p:sp>
        <p:nvSpPr>
          <p:cNvPr id="419" name="Google Shape;419;p58"/>
          <p:cNvSpPr/>
          <p:nvPr/>
        </p:nvSpPr>
        <p:spPr>
          <a:xfrm>
            <a:off x="445086" y="14032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20" name="Google Shape;420;p58"/>
          <p:cNvSpPr/>
          <p:nvPr/>
        </p:nvSpPr>
        <p:spPr>
          <a:xfrm>
            <a:off x="489945" y="14481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a:t>
            </a:r>
            <a:endParaRPr sz="1800">
              <a:solidFill>
                <a:schemeClr val="dk1"/>
              </a:solidFill>
              <a:latin typeface="Arimo"/>
              <a:ea typeface="Arimo"/>
              <a:cs typeface="Arimo"/>
              <a:sym typeface="Arimo"/>
            </a:endParaRPr>
          </a:p>
        </p:txBody>
      </p:sp>
      <p:grpSp>
        <p:nvGrpSpPr>
          <p:cNvPr id="421" name="Google Shape;421;p58"/>
          <p:cNvGrpSpPr/>
          <p:nvPr/>
        </p:nvGrpSpPr>
        <p:grpSpPr>
          <a:xfrm>
            <a:off x="2194475" y="1403275"/>
            <a:ext cx="514500" cy="514500"/>
            <a:chOff x="2196150" y="1919375"/>
            <a:chExt cx="514500" cy="514500"/>
          </a:xfrm>
        </p:grpSpPr>
        <p:sp>
          <p:nvSpPr>
            <p:cNvPr id="422" name="Google Shape;422;p58"/>
            <p:cNvSpPr/>
            <p:nvPr/>
          </p:nvSpPr>
          <p:spPr>
            <a:xfrm>
              <a:off x="21961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sp>
          <p:nvSpPr>
            <p:cNvPr id="423" name="Google Shape;423;p58"/>
            <p:cNvSpPr/>
            <p:nvPr/>
          </p:nvSpPr>
          <p:spPr>
            <a:xfrm>
              <a:off x="22410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1800">
                  <a:solidFill>
                    <a:schemeClr val="dk1"/>
                  </a:solidFill>
                  <a:latin typeface="Arimo"/>
                  <a:ea typeface="Arimo"/>
                  <a:cs typeface="Arimo"/>
                  <a:sym typeface="Arimo"/>
                </a:rPr>
                <a:t>✔</a:t>
              </a:r>
              <a:endParaRPr sz="1800">
                <a:solidFill>
                  <a:schemeClr val="dk1"/>
                </a:solidFill>
                <a:latin typeface="Arimo"/>
                <a:ea typeface="Arimo"/>
                <a:cs typeface="Arimo"/>
                <a:sym typeface="Arimo"/>
              </a:endParaRPr>
            </a:p>
          </p:txBody>
        </p:sp>
      </p:grpSp>
      <p:grpSp>
        <p:nvGrpSpPr>
          <p:cNvPr id="424" name="Google Shape;424;p58"/>
          <p:cNvGrpSpPr/>
          <p:nvPr/>
        </p:nvGrpSpPr>
        <p:grpSpPr>
          <a:xfrm>
            <a:off x="3935125" y="1403275"/>
            <a:ext cx="514500" cy="514500"/>
            <a:chOff x="3936800" y="1919375"/>
            <a:chExt cx="514500" cy="514500"/>
          </a:xfrm>
        </p:grpSpPr>
        <p:sp>
          <p:nvSpPr>
            <p:cNvPr id="425" name="Google Shape;425;p58"/>
            <p:cNvSpPr/>
            <p:nvPr/>
          </p:nvSpPr>
          <p:spPr>
            <a:xfrm>
              <a:off x="39368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26" name="Google Shape;426;p58"/>
            <p:cNvSpPr/>
            <p:nvPr/>
          </p:nvSpPr>
          <p:spPr>
            <a:xfrm>
              <a:off x="39816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1800">
                  <a:solidFill>
                    <a:schemeClr val="dk1"/>
                  </a:solidFill>
                  <a:latin typeface="Arimo"/>
                  <a:ea typeface="Arimo"/>
                  <a:cs typeface="Arimo"/>
                  <a:sym typeface="Arimo"/>
                </a:rPr>
                <a:t>✔</a:t>
              </a:r>
              <a:endParaRPr sz="1800">
                <a:solidFill>
                  <a:schemeClr val="dk1"/>
                </a:solidFill>
                <a:latin typeface="Arimo"/>
                <a:ea typeface="Arimo"/>
                <a:cs typeface="Arimo"/>
                <a:sym typeface="Arimo"/>
              </a:endParaRPr>
            </a:p>
          </p:txBody>
        </p:sp>
      </p:grpSp>
      <p:grpSp>
        <p:nvGrpSpPr>
          <p:cNvPr id="427" name="Google Shape;427;p58"/>
          <p:cNvGrpSpPr/>
          <p:nvPr/>
        </p:nvGrpSpPr>
        <p:grpSpPr>
          <a:xfrm>
            <a:off x="5675775" y="1403275"/>
            <a:ext cx="514500" cy="514500"/>
            <a:chOff x="5677450" y="1919375"/>
            <a:chExt cx="514500" cy="514500"/>
          </a:xfrm>
        </p:grpSpPr>
        <p:sp>
          <p:nvSpPr>
            <p:cNvPr id="428" name="Google Shape;428;p58"/>
            <p:cNvSpPr/>
            <p:nvPr/>
          </p:nvSpPr>
          <p:spPr>
            <a:xfrm>
              <a:off x="56774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29" name="Google Shape;429;p58"/>
            <p:cNvSpPr/>
            <p:nvPr/>
          </p:nvSpPr>
          <p:spPr>
            <a:xfrm>
              <a:off x="57223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1800">
                  <a:solidFill>
                    <a:schemeClr val="dk1"/>
                  </a:solidFill>
                  <a:latin typeface="Arimo"/>
                  <a:ea typeface="Arimo"/>
                  <a:cs typeface="Arimo"/>
                  <a:sym typeface="Arimo"/>
                </a:rPr>
                <a:t>✔</a:t>
              </a:r>
              <a:endParaRPr sz="1800">
                <a:solidFill>
                  <a:schemeClr val="dk1"/>
                </a:solidFill>
                <a:latin typeface="Arimo"/>
                <a:ea typeface="Arimo"/>
                <a:cs typeface="Arimo"/>
                <a:sym typeface="Arimo"/>
              </a:endParaRPr>
            </a:p>
          </p:txBody>
        </p:sp>
      </p:grpSp>
      <p:grpSp>
        <p:nvGrpSpPr>
          <p:cNvPr id="430" name="Google Shape;430;p58"/>
          <p:cNvGrpSpPr/>
          <p:nvPr/>
        </p:nvGrpSpPr>
        <p:grpSpPr>
          <a:xfrm>
            <a:off x="7416425" y="1403275"/>
            <a:ext cx="514500" cy="514500"/>
            <a:chOff x="7418100" y="1919375"/>
            <a:chExt cx="514500" cy="514500"/>
          </a:xfrm>
        </p:grpSpPr>
        <p:sp>
          <p:nvSpPr>
            <p:cNvPr id="431" name="Google Shape;431;p58"/>
            <p:cNvSpPr/>
            <p:nvPr/>
          </p:nvSpPr>
          <p:spPr>
            <a:xfrm>
              <a:off x="74181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32" name="Google Shape;432;p58"/>
            <p:cNvSpPr/>
            <p:nvPr/>
          </p:nvSpPr>
          <p:spPr>
            <a:xfrm>
              <a:off x="74629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1800">
                  <a:solidFill>
                    <a:schemeClr val="dk1"/>
                  </a:solidFill>
                  <a:latin typeface="Arimo"/>
                  <a:ea typeface="Arimo"/>
                  <a:cs typeface="Arimo"/>
                  <a:sym typeface="Arimo"/>
                </a:rPr>
                <a:t>✔</a:t>
              </a:r>
              <a:endParaRPr sz="1800">
                <a:solidFill>
                  <a:schemeClr val="dk1"/>
                </a:solidFill>
                <a:latin typeface="Arimo"/>
                <a:ea typeface="Arimo"/>
                <a:cs typeface="Arimo"/>
                <a:sym typeface="Arimo"/>
              </a:endParaRPr>
            </a:p>
          </p:txBody>
        </p:sp>
      </p:grpSp>
      <p:sp>
        <p:nvSpPr>
          <p:cNvPr id="433" name="Google Shape;433;p58"/>
          <p:cNvSpPr txBox="1"/>
          <p:nvPr>
            <p:ph type="title"/>
          </p:nvPr>
        </p:nvSpPr>
        <p:spPr>
          <a:xfrm>
            <a:off x="277500" y="416250"/>
            <a:ext cx="8589000" cy="672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Iteration 1 Goals</a:t>
            </a:r>
            <a:endParaRPr/>
          </a:p>
        </p:txBody>
      </p:sp>
      <p:sp>
        <p:nvSpPr>
          <p:cNvPr id="434" name="Google Shape;434;p58"/>
          <p:cNvSpPr txBox="1"/>
          <p:nvPr>
            <p:ph idx="1" type="subTitle"/>
          </p:nvPr>
        </p:nvSpPr>
        <p:spPr>
          <a:xfrm>
            <a:off x="292350" y="2170097"/>
            <a:ext cx="1610400" cy="240300"/>
          </a:xfrm>
          <a:prstGeom prst="rect">
            <a:avLst/>
          </a:prstGeom>
          <a:effectLst>
            <a:outerShdw blurRad="57150" rotWithShape="0" algn="bl" dir="5400000" dist="19050">
              <a:schemeClr val="dk1">
                <a:alpha val="15000"/>
              </a:schemeClr>
            </a:outerShdw>
          </a:effectLst>
        </p:spPr>
        <p:txBody>
          <a:bodyPr anchorCtr="0" anchor="ctr" bIns="0" lIns="91425" spcFirstLastPara="1" rIns="91425" wrap="square" tIns="0">
            <a:noAutofit/>
          </a:bodyPr>
          <a:lstStyle/>
          <a:p>
            <a:pPr indent="0" lvl="0" marL="0" rtl="0" algn="ctr">
              <a:spcBef>
                <a:spcPts val="0"/>
              </a:spcBef>
              <a:spcAft>
                <a:spcPts val="0"/>
              </a:spcAft>
              <a:buNone/>
            </a:pPr>
            <a:r>
              <a:rPr b="1" lang="en" sz="1200">
                <a:solidFill>
                  <a:schemeClr val="lt1"/>
                </a:solidFill>
              </a:rPr>
              <a:t>UI Design</a:t>
            </a:r>
            <a:endParaRPr b="1" sz="1200">
              <a:solidFill>
                <a:schemeClr val="lt1"/>
              </a:solidFill>
            </a:endParaRPr>
          </a:p>
        </p:txBody>
      </p:sp>
      <p:sp>
        <p:nvSpPr>
          <p:cNvPr id="435" name="Google Shape;435;p58"/>
          <p:cNvSpPr txBox="1"/>
          <p:nvPr>
            <p:ph idx="2" type="subTitle"/>
          </p:nvPr>
        </p:nvSpPr>
        <p:spPr>
          <a:xfrm>
            <a:off x="2023525" y="2209036"/>
            <a:ext cx="1610400" cy="301500"/>
          </a:xfrm>
          <a:prstGeom prst="rect">
            <a:avLst/>
          </a:prstGeom>
          <a:effectLst>
            <a:outerShdw blurRad="57150" rotWithShape="0" algn="bl" dir="5400000" dist="19050">
              <a:schemeClr val="dk1">
                <a:alpha val="15000"/>
              </a:schemeClr>
            </a:outerShdw>
          </a:effectLst>
        </p:spPr>
        <p:txBody>
          <a:bodyPr anchorCtr="0" anchor="ctr" bIns="0" lIns="91425" spcFirstLastPara="1" rIns="91425" wrap="square" tIns="0">
            <a:noAutofit/>
          </a:bodyPr>
          <a:lstStyle/>
          <a:p>
            <a:pPr indent="0" lvl="0" marL="0" rtl="0" algn="ctr">
              <a:spcBef>
                <a:spcPts val="0"/>
              </a:spcBef>
              <a:spcAft>
                <a:spcPts val="0"/>
              </a:spcAft>
              <a:buNone/>
            </a:pPr>
            <a:r>
              <a:rPr b="1" lang="en" sz="1200">
                <a:solidFill>
                  <a:schemeClr val="lt1"/>
                </a:solidFill>
              </a:rPr>
              <a:t>Authentication Flow</a:t>
            </a:r>
            <a:endParaRPr b="1" sz="1200">
              <a:solidFill>
                <a:schemeClr val="lt1"/>
              </a:solidFill>
            </a:endParaRPr>
          </a:p>
        </p:txBody>
      </p:sp>
      <p:sp>
        <p:nvSpPr>
          <p:cNvPr id="436" name="Google Shape;436;p58"/>
          <p:cNvSpPr txBox="1"/>
          <p:nvPr>
            <p:ph idx="3" type="subTitle"/>
          </p:nvPr>
        </p:nvSpPr>
        <p:spPr>
          <a:xfrm>
            <a:off x="3754725" y="2164344"/>
            <a:ext cx="1623600" cy="390900"/>
          </a:xfrm>
          <a:prstGeom prst="rect">
            <a:avLst/>
          </a:prstGeom>
          <a:effectLst>
            <a:outerShdw blurRad="57150" rotWithShape="0" algn="bl" dir="5400000" dist="19050">
              <a:schemeClr val="dk1">
                <a:alpha val="15000"/>
              </a:schemeClr>
            </a:outerShdw>
          </a:effectLst>
        </p:spPr>
        <p:txBody>
          <a:bodyPr anchorCtr="0" anchor="ctr" bIns="0" lIns="91425" spcFirstLastPara="1" rIns="91425" wrap="square" tIns="0">
            <a:noAutofit/>
          </a:bodyPr>
          <a:lstStyle/>
          <a:p>
            <a:pPr indent="0" lvl="0" marL="0" rtl="0" algn="ctr">
              <a:lnSpc>
                <a:spcPct val="115000"/>
              </a:lnSpc>
              <a:spcBef>
                <a:spcPts val="1400"/>
              </a:spcBef>
              <a:spcAft>
                <a:spcPts val="0"/>
              </a:spcAft>
              <a:buClr>
                <a:schemeClr val="lt1"/>
              </a:buClr>
              <a:buSzPts val="1100"/>
              <a:buFont typeface="Arial"/>
              <a:buNone/>
            </a:pPr>
            <a:r>
              <a:rPr b="1" lang="en" sz="1200">
                <a:solidFill>
                  <a:schemeClr val="lt1"/>
                </a:solidFill>
              </a:rPr>
              <a:t>Appointment Scheduler</a:t>
            </a:r>
            <a:endParaRPr b="1" sz="1200">
              <a:solidFill>
                <a:schemeClr val="lt1"/>
              </a:solidFill>
            </a:endParaRPr>
          </a:p>
          <a:p>
            <a:pPr indent="0" lvl="0" marL="0" rtl="0" algn="ctr">
              <a:spcBef>
                <a:spcPts val="400"/>
              </a:spcBef>
              <a:spcAft>
                <a:spcPts val="0"/>
              </a:spcAft>
              <a:buNone/>
            </a:pPr>
            <a:r>
              <a:t/>
            </a:r>
            <a:endParaRPr b="1" sz="1200">
              <a:solidFill>
                <a:schemeClr val="lt1"/>
              </a:solidFill>
            </a:endParaRPr>
          </a:p>
        </p:txBody>
      </p:sp>
      <p:sp>
        <p:nvSpPr>
          <p:cNvPr id="437" name="Google Shape;437;p58"/>
          <p:cNvSpPr txBox="1"/>
          <p:nvPr>
            <p:ph idx="4" type="subTitle"/>
          </p:nvPr>
        </p:nvSpPr>
        <p:spPr>
          <a:xfrm>
            <a:off x="5438375" y="2162662"/>
            <a:ext cx="1737900" cy="326400"/>
          </a:xfrm>
          <a:prstGeom prst="rect">
            <a:avLst/>
          </a:prstGeom>
          <a:effectLst>
            <a:outerShdw blurRad="57150" rotWithShape="0" algn="bl" dir="5400000" dist="19050">
              <a:schemeClr val="dk1">
                <a:alpha val="15000"/>
              </a:schemeClr>
            </a:outerShdw>
          </a:effectLst>
        </p:spPr>
        <p:txBody>
          <a:bodyPr anchorCtr="0" anchor="ctr" bIns="0" lIns="91425" spcFirstLastPara="1" rIns="91425" wrap="square" tIns="0">
            <a:noAutofit/>
          </a:bodyPr>
          <a:lstStyle/>
          <a:p>
            <a:pPr indent="0" lvl="0" marL="0" rtl="0" algn="ctr">
              <a:spcBef>
                <a:spcPts val="0"/>
              </a:spcBef>
              <a:spcAft>
                <a:spcPts val="0"/>
              </a:spcAft>
              <a:buNone/>
            </a:pPr>
            <a:r>
              <a:rPr b="1" lang="en" sz="1200">
                <a:solidFill>
                  <a:schemeClr val="lt1"/>
                </a:solidFill>
              </a:rPr>
              <a:t>Home Dashboard</a:t>
            </a:r>
            <a:endParaRPr b="1" sz="1200">
              <a:solidFill>
                <a:schemeClr val="lt1"/>
              </a:solidFill>
            </a:endParaRPr>
          </a:p>
        </p:txBody>
      </p:sp>
      <p:sp>
        <p:nvSpPr>
          <p:cNvPr id="438" name="Google Shape;438;p58"/>
          <p:cNvSpPr txBox="1"/>
          <p:nvPr>
            <p:ph idx="5" type="subTitle"/>
          </p:nvPr>
        </p:nvSpPr>
        <p:spPr>
          <a:xfrm>
            <a:off x="7179925" y="2200161"/>
            <a:ext cx="1737900" cy="424800"/>
          </a:xfrm>
          <a:prstGeom prst="rect">
            <a:avLst/>
          </a:prstGeom>
          <a:effectLst>
            <a:outerShdw blurRad="57150" rotWithShape="0" algn="bl" dir="5400000" dist="19050">
              <a:schemeClr val="dk1">
                <a:alpha val="15000"/>
              </a:schemeClr>
            </a:outerShdw>
          </a:effectLst>
        </p:spPr>
        <p:txBody>
          <a:bodyPr anchorCtr="0" anchor="ctr" bIns="0" lIns="91425" spcFirstLastPara="1" rIns="91425" wrap="square" tIns="0">
            <a:noAutofit/>
          </a:bodyPr>
          <a:lstStyle/>
          <a:p>
            <a:pPr indent="0" lvl="0" marL="0" rtl="0" algn="ctr">
              <a:spcBef>
                <a:spcPts val="0"/>
              </a:spcBef>
              <a:spcAft>
                <a:spcPts val="0"/>
              </a:spcAft>
              <a:buClr>
                <a:schemeClr val="lt1"/>
              </a:buClr>
              <a:buSzPts val="1100"/>
              <a:buFont typeface="Arial"/>
              <a:buNone/>
            </a:pPr>
            <a:r>
              <a:rPr b="1" lang="en" sz="1200">
                <a:solidFill>
                  <a:schemeClr val="lt1"/>
                </a:solidFill>
              </a:rPr>
              <a:t>Lab Results</a:t>
            </a:r>
            <a:endParaRPr b="1" sz="1200">
              <a:solidFill>
                <a:schemeClr val="lt1"/>
              </a:solidFill>
            </a:endParaRPr>
          </a:p>
          <a:p>
            <a:pPr indent="0" lvl="0" marL="0" rtl="0" algn="ctr">
              <a:spcBef>
                <a:spcPts val="0"/>
              </a:spcBef>
              <a:spcAft>
                <a:spcPts val="0"/>
              </a:spcAft>
              <a:buNone/>
            </a:pPr>
            <a:r>
              <a:t/>
            </a:r>
            <a:endParaRPr b="1" sz="1200">
              <a:solidFill>
                <a:schemeClr val="lt1"/>
              </a:solidFill>
            </a:endParaRPr>
          </a:p>
        </p:txBody>
      </p:sp>
      <p:sp>
        <p:nvSpPr>
          <p:cNvPr id="439" name="Google Shape;439;p58"/>
          <p:cNvSpPr txBox="1"/>
          <p:nvPr>
            <p:ph idx="6" type="body"/>
          </p:nvPr>
        </p:nvSpPr>
        <p:spPr>
          <a:xfrm>
            <a:off x="279125" y="2846074"/>
            <a:ext cx="1623600" cy="10467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000"/>
              <a:t>Implemented the wireframe into the application. Refined patient and provider dashboard layouts.</a:t>
            </a:r>
            <a:endParaRPr sz="1000"/>
          </a:p>
        </p:txBody>
      </p:sp>
      <p:sp>
        <p:nvSpPr>
          <p:cNvPr id="440" name="Google Shape;440;p58"/>
          <p:cNvSpPr txBox="1"/>
          <p:nvPr>
            <p:ph idx="7" type="body"/>
          </p:nvPr>
        </p:nvSpPr>
        <p:spPr>
          <a:xfrm>
            <a:off x="2023525" y="2837241"/>
            <a:ext cx="1610400" cy="12006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000"/>
              <a:t>Built login and sign-up flow </a:t>
            </a:r>
            <a:r>
              <a:rPr lang="en" sz="1000"/>
              <a:t>for both roles that complies with securing user personal and PHI.</a:t>
            </a:r>
            <a:endParaRPr sz="1000"/>
          </a:p>
          <a:p>
            <a:pPr indent="0" lvl="0" marL="0" rtl="0" algn="l">
              <a:lnSpc>
                <a:spcPct val="115000"/>
              </a:lnSpc>
              <a:spcBef>
                <a:spcPts val="1200"/>
              </a:spcBef>
              <a:spcAft>
                <a:spcPts val="1200"/>
              </a:spcAft>
              <a:buNone/>
            </a:pPr>
            <a:r>
              <a:t/>
            </a:r>
            <a:endParaRPr sz="1000"/>
          </a:p>
        </p:txBody>
      </p:sp>
      <p:sp>
        <p:nvSpPr>
          <p:cNvPr id="441" name="Google Shape;441;p58"/>
          <p:cNvSpPr txBox="1"/>
          <p:nvPr>
            <p:ph idx="8" type="body"/>
          </p:nvPr>
        </p:nvSpPr>
        <p:spPr>
          <a:xfrm>
            <a:off x="3754725" y="2857624"/>
            <a:ext cx="1610400" cy="12006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lt1"/>
              </a:buClr>
              <a:buSzPts val="1100"/>
              <a:buFont typeface="Arial"/>
              <a:buNone/>
            </a:pPr>
            <a:r>
              <a:rPr lang="en" sz="1000"/>
              <a:t>Designed a system that schedules frictionless appointments between provider and patient.</a:t>
            </a:r>
            <a:endParaRPr sz="1000"/>
          </a:p>
          <a:p>
            <a:pPr indent="0" lvl="0" marL="0" rtl="0" algn="l">
              <a:lnSpc>
                <a:spcPct val="115000"/>
              </a:lnSpc>
              <a:spcBef>
                <a:spcPts val="1200"/>
              </a:spcBef>
              <a:spcAft>
                <a:spcPts val="1200"/>
              </a:spcAft>
              <a:buNone/>
            </a:pPr>
            <a:r>
              <a:t/>
            </a:r>
            <a:endParaRPr sz="1000"/>
          </a:p>
        </p:txBody>
      </p:sp>
      <p:sp>
        <p:nvSpPr>
          <p:cNvPr id="442" name="Google Shape;442;p58"/>
          <p:cNvSpPr txBox="1"/>
          <p:nvPr>
            <p:ph idx="9" type="body"/>
          </p:nvPr>
        </p:nvSpPr>
        <p:spPr>
          <a:xfrm>
            <a:off x="5508575" y="2862825"/>
            <a:ext cx="1623600" cy="12237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000"/>
              <a:t>Implemented the home dashboard for both the patient and provider, in which all important information is accessible within 0-1 clicks.</a:t>
            </a:r>
            <a:endParaRPr sz="1000"/>
          </a:p>
        </p:txBody>
      </p:sp>
      <p:sp>
        <p:nvSpPr>
          <p:cNvPr id="443" name="Google Shape;443;p58"/>
          <p:cNvSpPr txBox="1"/>
          <p:nvPr>
            <p:ph idx="13" type="body"/>
          </p:nvPr>
        </p:nvSpPr>
        <p:spPr>
          <a:xfrm>
            <a:off x="7230325" y="2825686"/>
            <a:ext cx="1623600" cy="10467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lt1"/>
              </a:buClr>
              <a:buSzPts val="1100"/>
              <a:buFont typeface="Arial"/>
              <a:buNone/>
            </a:pPr>
            <a:r>
              <a:rPr lang="en" sz="1000"/>
              <a:t>Providers are able to upload lab results, review it, and manage visibility to the patient all through the application.</a:t>
            </a:r>
            <a:endParaRPr sz="1000"/>
          </a:p>
        </p:txBody>
      </p:sp>
      <p:sp>
        <p:nvSpPr>
          <p:cNvPr id="444" name="Google Shape;444;p58"/>
          <p:cNvSpPr txBox="1"/>
          <p:nvPr>
            <p:ph idx="12" type="sldNum"/>
          </p:nvPr>
        </p:nvSpPr>
        <p:spPr>
          <a:xfrm>
            <a:off x="8355698" y="4860025"/>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48" name="Shape 448"/>
        <p:cNvGrpSpPr/>
        <p:nvPr/>
      </p:nvGrpSpPr>
      <p:grpSpPr>
        <a:xfrm>
          <a:off x="0" y="0"/>
          <a:ext cx="0" cy="0"/>
          <a:chOff x="0" y="0"/>
          <a:chExt cx="0" cy="0"/>
        </a:xfrm>
      </p:grpSpPr>
      <p:pic>
        <p:nvPicPr>
          <p:cNvPr id="449" name="Google Shape;449;p59"/>
          <p:cNvPicPr preferRelativeResize="0"/>
          <p:nvPr/>
        </p:nvPicPr>
        <p:blipFill rotWithShape="1">
          <a:blip r:embed="rId3">
            <a:alphaModFix amt="10000"/>
          </a:blip>
          <a:srcRect b="14553" l="1069" r="50141" t="20939"/>
          <a:stretch/>
        </p:blipFill>
        <p:spPr>
          <a:xfrm>
            <a:off x="274125" y="1222550"/>
            <a:ext cx="4236300" cy="507300"/>
          </a:xfrm>
          <a:prstGeom prst="roundRect">
            <a:avLst>
              <a:gd fmla="val 10347" name="adj"/>
            </a:avLst>
          </a:prstGeom>
          <a:noFill/>
          <a:ln>
            <a:noFill/>
          </a:ln>
        </p:spPr>
      </p:pic>
      <p:pic>
        <p:nvPicPr>
          <p:cNvPr id="450" name="Google Shape;450;p59"/>
          <p:cNvPicPr preferRelativeResize="0"/>
          <p:nvPr/>
        </p:nvPicPr>
        <p:blipFill rotWithShape="1">
          <a:blip r:embed="rId3">
            <a:alphaModFix amt="10000"/>
          </a:blip>
          <a:srcRect b="14553" l="1069" r="50141" t="20939"/>
          <a:stretch/>
        </p:blipFill>
        <p:spPr>
          <a:xfrm>
            <a:off x="4631050" y="1222550"/>
            <a:ext cx="4236300" cy="507300"/>
          </a:xfrm>
          <a:prstGeom prst="roundRect">
            <a:avLst>
              <a:gd fmla="val 10347" name="adj"/>
            </a:avLst>
          </a:prstGeom>
          <a:noFill/>
          <a:ln>
            <a:noFill/>
          </a:ln>
        </p:spPr>
      </p:pic>
      <p:sp>
        <p:nvSpPr>
          <p:cNvPr id="451" name="Google Shape;451;p59"/>
          <p:cNvSpPr txBox="1"/>
          <p:nvPr>
            <p:ph type="title"/>
          </p:nvPr>
        </p:nvSpPr>
        <p:spPr>
          <a:xfrm>
            <a:off x="277500" y="374475"/>
            <a:ext cx="8589000" cy="885000"/>
          </a:xfrm>
          <a:prstGeom prst="rect">
            <a:avLst/>
          </a:prstGeom>
        </p:spPr>
        <p:txBody>
          <a:bodyPr anchorCtr="0" anchor="t" bIns="0" lIns="0" spcFirstLastPara="1" rIns="0" wrap="square" tIns="91425">
            <a:noAutofit/>
          </a:bodyPr>
          <a:lstStyle/>
          <a:p>
            <a:pPr indent="0" lvl="0" marL="0" rtl="0" algn="l">
              <a:lnSpc>
                <a:spcPct val="115000"/>
              </a:lnSpc>
              <a:spcBef>
                <a:spcPts val="1200"/>
              </a:spcBef>
              <a:spcAft>
                <a:spcPts val="1200"/>
              </a:spcAft>
              <a:buClr>
                <a:schemeClr val="lt1"/>
              </a:buClr>
              <a:buSzPts val="1100"/>
              <a:buFont typeface="Arial"/>
              <a:buNone/>
            </a:pPr>
            <a:r>
              <a:rPr lang="en"/>
              <a:t>T</a:t>
            </a:r>
            <a:r>
              <a:rPr lang="en"/>
              <a:t>wo user experiences: </a:t>
            </a:r>
            <a:endParaRPr/>
          </a:p>
        </p:txBody>
      </p:sp>
      <p:sp>
        <p:nvSpPr>
          <p:cNvPr id="452" name="Google Shape;452;p5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53" name="Google Shape;453;p59"/>
          <p:cNvSpPr txBox="1"/>
          <p:nvPr>
            <p:ph idx="5" type="subTitle"/>
          </p:nvPr>
        </p:nvSpPr>
        <p:spPr>
          <a:xfrm>
            <a:off x="838825" y="1259475"/>
            <a:ext cx="3220500" cy="507300"/>
          </a:xfrm>
          <a:prstGeom prst="rect">
            <a:avLst/>
          </a:prstGeom>
        </p:spPr>
        <p:txBody>
          <a:bodyPr anchorCtr="0" anchor="ctr" bIns="0" lIns="0" spcFirstLastPara="1" rIns="0" wrap="square" tIns="0">
            <a:noAutofit/>
          </a:bodyPr>
          <a:lstStyle/>
          <a:p>
            <a:pPr indent="0" lvl="0" marL="0" rtl="0" algn="ctr">
              <a:lnSpc>
                <a:spcPct val="115000"/>
              </a:lnSpc>
              <a:spcBef>
                <a:spcPts val="1200"/>
              </a:spcBef>
              <a:spcAft>
                <a:spcPts val="1200"/>
              </a:spcAft>
              <a:buClr>
                <a:schemeClr val="lt1"/>
              </a:buClr>
              <a:buSzPts val="1100"/>
              <a:buFont typeface="Arial"/>
              <a:buNone/>
            </a:pPr>
            <a:r>
              <a:rPr lang="en" sz="1800"/>
              <a:t>P</a:t>
            </a:r>
            <a:r>
              <a:rPr lang="en" sz="1800"/>
              <a:t>atient-Facing</a:t>
            </a:r>
            <a:endParaRPr sz="1800"/>
          </a:p>
        </p:txBody>
      </p:sp>
      <p:sp>
        <p:nvSpPr>
          <p:cNvPr id="454" name="Google Shape;454;p59"/>
          <p:cNvSpPr txBox="1"/>
          <p:nvPr>
            <p:ph idx="6" type="subTitle"/>
          </p:nvPr>
        </p:nvSpPr>
        <p:spPr>
          <a:xfrm>
            <a:off x="5138950" y="1259475"/>
            <a:ext cx="3220500" cy="507300"/>
          </a:xfrm>
          <a:prstGeom prst="rect">
            <a:avLst/>
          </a:prstGeom>
        </p:spPr>
        <p:txBody>
          <a:bodyPr anchorCtr="0" anchor="ctr" bIns="0" lIns="0" spcFirstLastPara="1" rIns="0" wrap="square" tIns="0">
            <a:noAutofit/>
          </a:bodyPr>
          <a:lstStyle/>
          <a:p>
            <a:pPr indent="0" lvl="0" marL="0" rtl="0" algn="ctr">
              <a:lnSpc>
                <a:spcPct val="115000"/>
              </a:lnSpc>
              <a:spcBef>
                <a:spcPts val="1200"/>
              </a:spcBef>
              <a:spcAft>
                <a:spcPts val="1200"/>
              </a:spcAft>
              <a:buClr>
                <a:schemeClr val="lt1"/>
              </a:buClr>
              <a:buSzPts val="1100"/>
              <a:buFont typeface="Arial"/>
              <a:buNone/>
            </a:pPr>
            <a:r>
              <a:rPr lang="en" sz="1800"/>
              <a:t>P</a:t>
            </a:r>
            <a:r>
              <a:rPr lang="en" sz="1800"/>
              <a:t>rovider-Facing</a:t>
            </a:r>
            <a:endParaRPr sz="1800"/>
          </a:p>
        </p:txBody>
      </p:sp>
      <p:pic>
        <p:nvPicPr>
          <p:cNvPr id="455" name="Google Shape;455;p59" title="Screenshot 2026-05-23 at 2.07.08 AM.png"/>
          <p:cNvPicPr preferRelativeResize="0"/>
          <p:nvPr/>
        </p:nvPicPr>
        <p:blipFill>
          <a:blip r:embed="rId4">
            <a:alphaModFix/>
          </a:blip>
          <a:stretch>
            <a:fillRect/>
          </a:stretch>
        </p:blipFill>
        <p:spPr>
          <a:xfrm>
            <a:off x="4631050" y="1900825"/>
            <a:ext cx="4479923" cy="2554950"/>
          </a:xfrm>
          <a:prstGeom prst="rect">
            <a:avLst/>
          </a:prstGeom>
          <a:noFill/>
          <a:ln>
            <a:noFill/>
          </a:ln>
        </p:spPr>
      </p:pic>
      <p:pic>
        <p:nvPicPr>
          <p:cNvPr id="456" name="Google Shape;456;p59" title="Screenshot 2026-05-23 at 2.11.20 AM.png"/>
          <p:cNvPicPr preferRelativeResize="0"/>
          <p:nvPr/>
        </p:nvPicPr>
        <p:blipFill>
          <a:blip r:embed="rId5">
            <a:alphaModFix/>
          </a:blip>
          <a:stretch>
            <a:fillRect/>
          </a:stretch>
        </p:blipFill>
        <p:spPr>
          <a:xfrm>
            <a:off x="106975" y="1900825"/>
            <a:ext cx="4403451" cy="25549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60" name="Shape 460"/>
        <p:cNvGrpSpPr/>
        <p:nvPr/>
      </p:nvGrpSpPr>
      <p:grpSpPr>
        <a:xfrm>
          <a:off x="0" y="0"/>
          <a:ext cx="0" cy="0"/>
          <a:chOff x="0" y="0"/>
          <a:chExt cx="0" cy="0"/>
        </a:xfrm>
      </p:grpSpPr>
      <p:sp>
        <p:nvSpPr>
          <p:cNvPr id="461" name="Google Shape;461;p6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62" name="Google Shape;462;p60"/>
          <p:cNvSpPr txBox="1"/>
          <p:nvPr>
            <p:ph type="title"/>
          </p:nvPr>
        </p:nvSpPr>
        <p:spPr>
          <a:xfrm>
            <a:off x="277500" y="223750"/>
            <a:ext cx="8589000" cy="555000"/>
          </a:xfrm>
          <a:prstGeom prst="rect">
            <a:avLst/>
          </a:prstGeom>
        </p:spPr>
        <p:txBody>
          <a:bodyPr anchorCtr="0" anchor="t" bIns="0" lIns="0" spcFirstLastPara="1" rIns="0" wrap="square" tIns="91425">
            <a:noAutofit/>
          </a:bodyPr>
          <a:lstStyle/>
          <a:p>
            <a:pPr indent="0" lvl="0" marL="0" rtl="0" algn="l">
              <a:lnSpc>
                <a:spcPct val="115000"/>
              </a:lnSpc>
              <a:spcBef>
                <a:spcPts val="1200"/>
              </a:spcBef>
              <a:spcAft>
                <a:spcPts val="0"/>
              </a:spcAft>
              <a:buNone/>
            </a:pPr>
            <a:r>
              <a:rPr lang="en"/>
              <a:t>Patient Dashboard Design</a:t>
            </a:r>
            <a:endParaRPr/>
          </a:p>
          <a:p>
            <a:pPr indent="0" lvl="0" marL="0" rtl="0" algn="l">
              <a:lnSpc>
                <a:spcPct val="115000"/>
              </a:lnSpc>
              <a:spcBef>
                <a:spcPts val="1200"/>
              </a:spcBef>
              <a:spcAft>
                <a:spcPts val="1200"/>
              </a:spcAft>
              <a:buNone/>
            </a:pPr>
            <a:r>
              <a:t/>
            </a:r>
            <a:endParaRPr sz="2000"/>
          </a:p>
        </p:txBody>
      </p:sp>
      <p:pic>
        <p:nvPicPr>
          <p:cNvPr id="463" name="Google Shape;463;p60" title="CS673 Team 2 - Class Diagrams Essential Features - FR-1 Patient Dashboard.png"/>
          <p:cNvPicPr preferRelativeResize="0"/>
          <p:nvPr/>
        </p:nvPicPr>
        <p:blipFill>
          <a:blip r:embed="rId3">
            <a:alphaModFix/>
          </a:blip>
          <a:stretch>
            <a:fillRect/>
          </a:stretch>
        </p:blipFill>
        <p:spPr>
          <a:xfrm>
            <a:off x="2105525" y="-43125"/>
            <a:ext cx="7115100" cy="5259901"/>
          </a:xfrm>
          <a:prstGeom prst="rect">
            <a:avLst/>
          </a:prstGeom>
          <a:noFill/>
          <a:ln>
            <a:noFill/>
          </a:ln>
        </p:spPr>
      </p:pic>
      <p:sp>
        <p:nvSpPr>
          <p:cNvPr id="464" name="Google Shape;464;p60"/>
          <p:cNvSpPr txBox="1"/>
          <p:nvPr/>
        </p:nvSpPr>
        <p:spPr>
          <a:xfrm>
            <a:off x="75325" y="3144000"/>
            <a:ext cx="2830200" cy="201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latin typeface="Arimo"/>
                <a:ea typeface="Arimo"/>
                <a:cs typeface="Arimo"/>
                <a:sym typeface="Arimo"/>
              </a:rPr>
              <a:t>The SDD defines the patient dashboard as a central home view for managing care. It connects appointments, medications, diagnostic results, messages, invoices, and action items into one patient-facing structure.</a:t>
            </a:r>
            <a:endParaRPr sz="1200">
              <a:solidFill>
                <a:schemeClr val="dk1"/>
              </a:solidFill>
              <a:latin typeface="Arimo"/>
              <a:ea typeface="Arimo"/>
              <a:cs typeface="Arimo"/>
              <a:sym typeface="Arimo"/>
            </a:endParaRPr>
          </a:p>
          <a:p>
            <a:pPr indent="0" lvl="0" marL="0" rtl="0" algn="l">
              <a:lnSpc>
                <a:spcPct val="115000"/>
              </a:lnSpc>
              <a:spcBef>
                <a:spcPts val="1200"/>
              </a:spcBef>
              <a:spcAft>
                <a:spcPts val="1200"/>
              </a:spcAft>
              <a:buNone/>
            </a:pPr>
            <a:r>
              <a:t/>
            </a:r>
            <a:endParaRPr sz="1200">
              <a:solidFill>
                <a:schemeClr val="dk1"/>
              </a:solidFill>
              <a:latin typeface="Arimo"/>
              <a:ea typeface="Arimo"/>
              <a:cs typeface="Arimo"/>
              <a:sym typeface="Arim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68" name="Shape 468"/>
        <p:cNvGrpSpPr/>
        <p:nvPr/>
      </p:nvGrpSpPr>
      <p:grpSpPr>
        <a:xfrm>
          <a:off x="0" y="0"/>
          <a:ext cx="0" cy="0"/>
          <a:chOff x="0" y="0"/>
          <a:chExt cx="0" cy="0"/>
        </a:xfrm>
      </p:grpSpPr>
      <p:sp>
        <p:nvSpPr>
          <p:cNvPr id="469" name="Google Shape;469;p6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70" name="Google Shape;470;p61"/>
          <p:cNvSpPr txBox="1"/>
          <p:nvPr>
            <p:ph type="title"/>
          </p:nvPr>
        </p:nvSpPr>
        <p:spPr>
          <a:xfrm>
            <a:off x="277500" y="223750"/>
            <a:ext cx="8589000" cy="555000"/>
          </a:xfrm>
          <a:prstGeom prst="rect">
            <a:avLst/>
          </a:prstGeom>
        </p:spPr>
        <p:txBody>
          <a:bodyPr anchorCtr="0" anchor="t" bIns="0" lIns="0" spcFirstLastPara="1" rIns="0" wrap="square" tIns="91425">
            <a:noAutofit/>
          </a:bodyPr>
          <a:lstStyle/>
          <a:p>
            <a:pPr indent="0" lvl="0" marL="0" rtl="0" algn="l">
              <a:lnSpc>
                <a:spcPct val="115000"/>
              </a:lnSpc>
              <a:spcBef>
                <a:spcPts val="1200"/>
              </a:spcBef>
              <a:spcAft>
                <a:spcPts val="0"/>
              </a:spcAft>
              <a:buNone/>
            </a:pPr>
            <a:r>
              <a:rPr lang="en"/>
              <a:t>Provider Dashboard Design</a:t>
            </a:r>
            <a:endParaRPr/>
          </a:p>
          <a:p>
            <a:pPr indent="0" lvl="0" marL="0" rtl="0" algn="l">
              <a:lnSpc>
                <a:spcPct val="115000"/>
              </a:lnSpc>
              <a:spcBef>
                <a:spcPts val="1200"/>
              </a:spcBef>
              <a:spcAft>
                <a:spcPts val="1200"/>
              </a:spcAft>
              <a:buNone/>
            </a:pPr>
            <a:r>
              <a:t/>
            </a:r>
            <a:endParaRPr sz="2000"/>
          </a:p>
        </p:txBody>
      </p:sp>
      <p:sp>
        <p:nvSpPr>
          <p:cNvPr id="471" name="Google Shape;471;p61"/>
          <p:cNvSpPr txBox="1"/>
          <p:nvPr/>
        </p:nvSpPr>
        <p:spPr>
          <a:xfrm>
            <a:off x="125575" y="1211175"/>
            <a:ext cx="28302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latin typeface="Arimo"/>
                <a:ea typeface="Arimo"/>
                <a:cs typeface="Arimo"/>
                <a:sym typeface="Arimo"/>
              </a:rPr>
              <a:t>The SDD defines the provider dashboard as the doctor’s central workspace. It connects schedule, inbox items, encounters, lab result review, and patient lookup so providers can review clinical tasks from one place.</a:t>
            </a:r>
            <a:endParaRPr sz="1200">
              <a:solidFill>
                <a:schemeClr val="dk1"/>
              </a:solidFill>
              <a:latin typeface="Arimo"/>
              <a:ea typeface="Arimo"/>
              <a:cs typeface="Arimo"/>
              <a:sym typeface="Arimo"/>
            </a:endParaRPr>
          </a:p>
        </p:txBody>
      </p:sp>
      <p:pic>
        <p:nvPicPr>
          <p:cNvPr id="472" name="Google Shape;472;p61" title="CS673 Team 2 - Class Diagrams Essential Features - FR-2 Doctor Dashboard.png"/>
          <p:cNvPicPr preferRelativeResize="0"/>
          <p:nvPr/>
        </p:nvPicPr>
        <p:blipFill rotWithShape="1">
          <a:blip r:embed="rId3">
            <a:alphaModFix/>
          </a:blip>
          <a:srcRect b="0" l="900" r="-900" t="0"/>
          <a:stretch/>
        </p:blipFill>
        <p:spPr>
          <a:xfrm>
            <a:off x="897600" y="897675"/>
            <a:ext cx="8410701" cy="41600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76" name="Shape 476"/>
        <p:cNvGrpSpPr/>
        <p:nvPr/>
      </p:nvGrpSpPr>
      <p:grpSpPr>
        <a:xfrm>
          <a:off x="0" y="0"/>
          <a:ext cx="0" cy="0"/>
          <a:chOff x="0" y="0"/>
          <a:chExt cx="0" cy="0"/>
        </a:xfrm>
      </p:grpSpPr>
      <p:sp>
        <p:nvSpPr>
          <p:cNvPr id="477" name="Google Shape;477;p62"/>
          <p:cNvSpPr/>
          <p:nvPr/>
        </p:nvSpPr>
        <p:spPr>
          <a:xfrm>
            <a:off x="277500" y="981875"/>
            <a:ext cx="2921100" cy="872400"/>
          </a:xfrm>
          <a:prstGeom prst="roundRect">
            <a:avLst>
              <a:gd fmla="val 14571" name="adj"/>
            </a:avLst>
          </a:prstGeom>
          <a:solidFill>
            <a:schemeClr val="lt2"/>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ctr">
              <a:lnSpc>
                <a:spcPct val="115000"/>
              </a:lnSpc>
              <a:spcBef>
                <a:spcPts val="0"/>
              </a:spcBef>
              <a:spcAft>
                <a:spcPts val="0"/>
              </a:spcAft>
              <a:buNone/>
            </a:pPr>
            <a:r>
              <a:rPr b="1" lang="en" sz="1200">
                <a:solidFill>
                  <a:schemeClr val="dk1"/>
                </a:solidFill>
                <a:latin typeface="Arimo"/>
                <a:ea typeface="Arimo"/>
                <a:cs typeface="Arimo"/>
                <a:sym typeface="Arimo"/>
              </a:rPr>
              <a:t>Log In</a:t>
            </a:r>
            <a:r>
              <a:rPr b="1" lang="en" sz="1200">
                <a:solidFill>
                  <a:schemeClr val="dk1"/>
                </a:solidFill>
                <a:latin typeface="Arimo"/>
                <a:ea typeface="Arimo"/>
                <a:cs typeface="Arimo"/>
                <a:sym typeface="Arimo"/>
              </a:rPr>
              <a:t> / Sign Up</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Users can enter the system through the authentication page.</a:t>
            </a:r>
            <a:endParaRPr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478" name="Google Shape;478;p62"/>
          <p:cNvSpPr txBox="1"/>
          <p:nvPr>
            <p:ph type="title"/>
          </p:nvPr>
        </p:nvSpPr>
        <p:spPr>
          <a:xfrm>
            <a:off x="277500" y="98052"/>
            <a:ext cx="8589000" cy="626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Authentication Flow</a:t>
            </a:r>
            <a:endParaRPr/>
          </a:p>
        </p:txBody>
      </p:sp>
      <p:sp>
        <p:nvSpPr>
          <p:cNvPr id="479" name="Google Shape;479;p62"/>
          <p:cNvSpPr txBox="1"/>
          <p:nvPr>
            <p:ph idx="12" type="sldNum"/>
          </p:nvPr>
        </p:nvSpPr>
        <p:spPr>
          <a:xfrm>
            <a:off x="8208648" y="4749900"/>
            <a:ext cx="657900" cy="192000"/>
          </a:xfrm>
          <a:prstGeom prst="rect">
            <a:avLst/>
          </a:prstGeom>
          <a:ln cap="flat" cmpd="sng" w="9525">
            <a:solidFill>
              <a:schemeClr val="accent3"/>
            </a:solidFill>
            <a:prstDash val="solid"/>
            <a:round/>
            <a:headEnd len="sm" w="sm" type="none"/>
            <a:tailEnd len="sm" w="sm" type="none"/>
          </a:ln>
        </p:spPr>
        <p:txBody>
          <a:bodyPr anchorCtr="0" anchor="t" bIns="91425" lIns="91425" spcFirstLastPara="1" rIns="0" wrap="square" tIns="91425">
            <a:noAutofit/>
          </a:bodyPr>
          <a:lstStyle/>
          <a:p>
            <a:pPr indent="0" lvl="0" marL="0" rtl="0" algn="ctr">
              <a:spcBef>
                <a:spcPts val="0"/>
              </a:spcBef>
              <a:spcAft>
                <a:spcPts val="0"/>
              </a:spcAft>
              <a:buClr>
                <a:schemeClr val="dk1"/>
              </a:buClr>
              <a:buSzPts val="700"/>
              <a:buFont typeface="Arimo"/>
              <a:buNone/>
            </a:pPr>
            <a:fld id="{00000000-1234-1234-1234-123412341234}" type="slidenum">
              <a:rPr b="1" lang="en" sz="1300"/>
              <a:t>‹#›</a:t>
            </a:fld>
            <a:endParaRPr b="1" sz="1300"/>
          </a:p>
        </p:txBody>
      </p:sp>
      <p:sp>
        <p:nvSpPr>
          <p:cNvPr id="480" name="Google Shape;480;p62"/>
          <p:cNvSpPr/>
          <p:nvPr/>
        </p:nvSpPr>
        <p:spPr>
          <a:xfrm>
            <a:off x="277503" y="2029310"/>
            <a:ext cx="2921100" cy="872400"/>
          </a:xfrm>
          <a:prstGeom prst="roundRect">
            <a:avLst>
              <a:gd fmla="val 14571" name="adj"/>
            </a:avLst>
          </a:prstGeom>
          <a:solidFill>
            <a:schemeClr val="lt2"/>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ctr">
              <a:lnSpc>
                <a:spcPct val="115000"/>
              </a:lnSpc>
              <a:spcBef>
                <a:spcPts val="0"/>
              </a:spcBef>
              <a:spcAft>
                <a:spcPts val="0"/>
              </a:spcAft>
              <a:buNone/>
            </a:pPr>
            <a:r>
              <a:rPr b="1" lang="en" sz="1200">
                <a:solidFill>
                  <a:schemeClr val="dk1"/>
                </a:solidFill>
                <a:latin typeface="Arimo"/>
                <a:ea typeface="Arimo"/>
                <a:cs typeface="Arimo"/>
                <a:sym typeface="Arimo"/>
              </a:rPr>
              <a:t>Role Selection</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The flow supports different experiences for patient and provider users.</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2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481" name="Google Shape;481;p62"/>
          <p:cNvSpPr/>
          <p:nvPr/>
        </p:nvSpPr>
        <p:spPr>
          <a:xfrm>
            <a:off x="277505" y="3076745"/>
            <a:ext cx="2921100" cy="872400"/>
          </a:xfrm>
          <a:prstGeom prst="roundRect">
            <a:avLst>
              <a:gd fmla="val 14571" name="adj"/>
            </a:avLst>
          </a:prstGeom>
          <a:solidFill>
            <a:schemeClr val="lt2"/>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ctr">
              <a:lnSpc>
                <a:spcPct val="115000"/>
              </a:lnSpc>
              <a:spcBef>
                <a:spcPts val="0"/>
              </a:spcBef>
              <a:spcAft>
                <a:spcPts val="0"/>
              </a:spcAft>
              <a:buNone/>
            </a:pPr>
            <a:r>
              <a:rPr b="1" lang="en" sz="1200">
                <a:solidFill>
                  <a:schemeClr val="dk1"/>
                </a:solidFill>
                <a:latin typeface="Arimo"/>
                <a:ea typeface="Arimo"/>
                <a:cs typeface="Arimo"/>
                <a:sym typeface="Arimo"/>
              </a:rPr>
              <a:t>Dashboard Routing</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After authentication, the app shows the matching dashboard view.</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2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482" name="Google Shape;482;p62"/>
          <p:cNvSpPr/>
          <p:nvPr/>
        </p:nvSpPr>
        <p:spPr>
          <a:xfrm>
            <a:off x="277508" y="4124180"/>
            <a:ext cx="2921100" cy="872400"/>
          </a:xfrm>
          <a:prstGeom prst="roundRect">
            <a:avLst>
              <a:gd fmla="val 14571" name="adj"/>
            </a:avLst>
          </a:prstGeom>
          <a:solidFill>
            <a:schemeClr val="lt2"/>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ctr">
              <a:lnSpc>
                <a:spcPct val="115000"/>
              </a:lnSpc>
              <a:spcBef>
                <a:spcPts val="0"/>
              </a:spcBef>
              <a:spcAft>
                <a:spcPts val="0"/>
              </a:spcAft>
              <a:buNone/>
            </a:pPr>
            <a:r>
              <a:rPr b="1" lang="en" sz="1200">
                <a:solidFill>
                  <a:schemeClr val="dk1"/>
                </a:solidFill>
                <a:latin typeface="Arimo"/>
                <a:ea typeface="Arimo"/>
                <a:cs typeface="Arimo"/>
                <a:sym typeface="Arimo"/>
              </a:rPr>
              <a:t>Backend Connection</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Authentication </a:t>
            </a:r>
            <a:r>
              <a:rPr lang="en" sz="1100">
                <a:solidFill>
                  <a:schemeClr val="dk1"/>
                </a:solidFill>
                <a:latin typeface="Arimo"/>
                <a:ea typeface="Arimo"/>
                <a:cs typeface="Arimo"/>
                <a:sym typeface="Arimo"/>
              </a:rPr>
              <a:t>connects</a:t>
            </a:r>
            <a:r>
              <a:rPr lang="en" sz="1100">
                <a:solidFill>
                  <a:schemeClr val="dk1"/>
                </a:solidFill>
                <a:latin typeface="Arimo"/>
                <a:ea typeface="Arimo"/>
                <a:cs typeface="Arimo"/>
                <a:sym typeface="Arimo"/>
              </a:rPr>
              <a:t> the frontend login flow with backend/Supabase services.</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2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pic>
        <p:nvPicPr>
          <p:cNvPr id="483" name="Google Shape;483;p62" title="Screenshot 2026-05-23 at 1.55.14 AM.png"/>
          <p:cNvPicPr preferRelativeResize="0"/>
          <p:nvPr/>
        </p:nvPicPr>
        <p:blipFill>
          <a:blip r:embed="rId3">
            <a:alphaModFix/>
          </a:blip>
          <a:stretch>
            <a:fillRect/>
          </a:stretch>
        </p:blipFill>
        <p:spPr>
          <a:xfrm>
            <a:off x="3346838" y="1380975"/>
            <a:ext cx="2743199" cy="2743201"/>
          </a:xfrm>
          <a:prstGeom prst="rect">
            <a:avLst/>
          </a:prstGeom>
          <a:noFill/>
          <a:ln>
            <a:noFill/>
          </a:ln>
        </p:spPr>
      </p:pic>
      <p:pic>
        <p:nvPicPr>
          <p:cNvPr id="484" name="Google Shape;484;p62" title="Screenshot 2026-05-23 at 1.55.23 AM.png"/>
          <p:cNvPicPr preferRelativeResize="0"/>
          <p:nvPr/>
        </p:nvPicPr>
        <p:blipFill>
          <a:blip r:embed="rId4">
            <a:alphaModFix/>
          </a:blip>
          <a:stretch>
            <a:fillRect/>
          </a:stretch>
        </p:blipFill>
        <p:spPr>
          <a:xfrm>
            <a:off x="6238274" y="1380975"/>
            <a:ext cx="2743199" cy="27432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88" name="Shape 488"/>
        <p:cNvGrpSpPr/>
        <p:nvPr/>
      </p:nvGrpSpPr>
      <p:grpSpPr>
        <a:xfrm>
          <a:off x="0" y="0"/>
          <a:ext cx="0" cy="0"/>
          <a:chOff x="0" y="0"/>
          <a:chExt cx="0" cy="0"/>
        </a:xfrm>
      </p:grpSpPr>
      <p:sp>
        <p:nvSpPr>
          <p:cNvPr id="489" name="Google Shape;489;p63"/>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90" name="Google Shape;490;p63"/>
          <p:cNvSpPr txBox="1"/>
          <p:nvPr/>
        </p:nvSpPr>
        <p:spPr>
          <a:xfrm>
            <a:off x="644759" y="452175"/>
            <a:ext cx="5694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1"/>
                </a:solidFill>
                <a:latin typeface="Arimo"/>
                <a:ea typeface="Arimo"/>
                <a:cs typeface="Arimo"/>
                <a:sym typeface="Arimo"/>
              </a:rPr>
              <a:t>CI/CD &amp; </a:t>
            </a:r>
            <a:r>
              <a:rPr lang="en" sz="3000">
                <a:solidFill>
                  <a:schemeClr val="dk1"/>
                </a:solidFill>
                <a:latin typeface="Arimo"/>
                <a:ea typeface="Arimo"/>
                <a:cs typeface="Arimo"/>
                <a:sym typeface="Arimo"/>
              </a:rPr>
              <a:t>Development</a:t>
            </a:r>
            <a:r>
              <a:rPr lang="en" sz="3000">
                <a:solidFill>
                  <a:schemeClr val="dk1"/>
                </a:solidFill>
                <a:latin typeface="Arimo"/>
                <a:ea typeface="Arimo"/>
                <a:cs typeface="Arimo"/>
                <a:sym typeface="Arimo"/>
              </a:rPr>
              <a:t> Process</a:t>
            </a:r>
            <a:endParaRPr sz="3000">
              <a:solidFill>
                <a:schemeClr val="dk1"/>
              </a:solidFill>
              <a:latin typeface="Arimo"/>
              <a:ea typeface="Arimo"/>
              <a:cs typeface="Arimo"/>
              <a:sym typeface="Arimo"/>
            </a:endParaRPr>
          </a:p>
        </p:txBody>
      </p:sp>
      <p:pic>
        <p:nvPicPr>
          <p:cNvPr id="491" name="Google Shape;491;p63"/>
          <p:cNvPicPr preferRelativeResize="0"/>
          <p:nvPr/>
        </p:nvPicPr>
        <p:blipFill rotWithShape="1">
          <a:blip r:embed="rId3">
            <a:alphaModFix amt="10000"/>
          </a:blip>
          <a:srcRect b="14553" l="1069" r="50141" t="20939"/>
          <a:stretch/>
        </p:blipFill>
        <p:spPr>
          <a:xfrm>
            <a:off x="644750" y="1214175"/>
            <a:ext cx="4236300" cy="3474900"/>
          </a:xfrm>
          <a:prstGeom prst="roundRect">
            <a:avLst>
              <a:gd fmla="val 10347" name="adj"/>
            </a:avLst>
          </a:prstGeom>
          <a:noFill/>
          <a:ln>
            <a:noFill/>
          </a:ln>
        </p:spPr>
      </p:pic>
      <p:sp>
        <p:nvSpPr>
          <p:cNvPr id="492" name="Google Shape;492;p63"/>
          <p:cNvSpPr/>
          <p:nvPr/>
        </p:nvSpPr>
        <p:spPr>
          <a:xfrm>
            <a:off x="913900" y="1392187"/>
            <a:ext cx="3658200" cy="646500"/>
          </a:xfrm>
          <a:prstGeom prst="roundRect">
            <a:avLst>
              <a:gd fmla="val 14571" name="adj"/>
            </a:avLst>
          </a:prstGeom>
          <a:solidFill>
            <a:schemeClr val="lt2"/>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Validate Jira Key</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Every commit must begin with a Jira ticket ID</a:t>
            </a:r>
            <a:endParaRPr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493" name="Google Shape;493;p63"/>
          <p:cNvSpPr/>
          <p:nvPr/>
        </p:nvSpPr>
        <p:spPr>
          <a:xfrm>
            <a:off x="913900" y="2200354"/>
            <a:ext cx="3658200" cy="646500"/>
          </a:xfrm>
          <a:prstGeom prst="roundRect">
            <a:avLst>
              <a:gd fmla="val 14571" name="adj"/>
            </a:avLst>
          </a:prstGeom>
          <a:solidFill>
            <a:schemeClr val="lt2"/>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Frontend Build &amp; Test</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ESLint runs on all .js/.jsx files</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494" name="Google Shape;494;p63"/>
          <p:cNvSpPr/>
          <p:nvPr/>
        </p:nvSpPr>
        <p:spPr>
          <a:xfrm>
            <a:off x="913900" y="3008521"/>
            <a:ext cx="3658200" cy="646500"/>
          </a:xfrm>
          <a:prstGeom prst="roundRect">
            <a:avLst>
              <a:gd fmla="val 14571" name="adj"/>
            </a:avLst>
          </a:prstGeom>
          <a:solidFill>
            <a:schemeClr val="lt2"/>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Docker Build Check</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Full application builds correctly inside Docker</a:t>
            </a:r>
            <a:endParaRPr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495" name="Google Shape;495;p63"/>
          <p:cNvSpPr/>
          <p:nvPr/>
        </p:nvSpPr>
        <p:spPr>
          <a:xfrm>
            <a:off x="913900" y="3816687"/>
            <a:ext cx="3658200" cy="646500"/>
          </a:xfrm>
          <a:prstGeom prst="roundRect">
            <a:avLst>
              <a:gd fmla="val 14571" name="adj"/>
            </a:avLst>
          </a:prstGeom>
          <a:solidFill>
            <a:schemeClr val="lt2"/>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Release Build</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Triggered on merge to main</a:t>
            </a:r>
            <a:endParaRPr sz="1000">
              <a:solidFill>
                <a:schemeClr val="dk1"/>
              </a:solidFill>
              <a:latin typeface="Arimo"/>
              <a:ea typeface="Arimo"/>
              <a:cs typeface="Arimo"/>
              <a:sym typeface="Arimo"/>
            </a:endParaRPr>
          </a:p>
        </p:txBody>
      </p:sp>
      <p:sp>
        <p:nvSpPr>
          <p:cNvPr id="496" name="Google Shape;496;p63"/>
          <p:cNvSpPr/>
          <p:nvPr/>
        </p:nvSpPr>
        <p:spPr>
          <a:xfrm>
            <a:off x="5043775" y="1392143"/>
            <a:ext cx="3658200" cy="2300700"/>
          </a:xfrm>
          <a:prstGeom prst="roundRect">
            <a:avLst>
              <a:gd fmla="val 14571" name="adj"/>
            </a:avLst>
          </a:prstGeom>
          <a:solidFill>
            <a:schemeClr val="lt2"/>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a:solidFill>
                  <a:schemeClr val="dk1"/>
                </a:solidFill>
                <a:latin typeface="Arimo"/>
                <a:ea typeface="Arimo"/>
                <a:cs typeface="Arimo"/>
                <a:sym typeface="Arimo"/>
              </a:rPr>
              <a:t>Iteration 1 Stats</a:t>
            </a:r>
            <a:endParaRPr b="1">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b="1" lang="en" sz="1600">
                <a:solidFill>
                  <a:schemeClr val="dk1"/>
                </a:solidFill>
                <a:latin typeface="Arimo"/>
                <a:ea typeface="Arimo"/>
                <a:cs typeface="Arimo"/>
                <a:sym typeface="Arimo"/>
              </a:rPr>
              <a:t>4 	</a:t>
            </a:r>
            <a:r>
              <a:rPr lang="en">
                <a:solidFill>
                  <a:schemeClr val="dk1"/>
                </a:solidFill>
                <a:latin typeface="Arimo"/>
                <a:ea typeface="Arimo"/>
                <a:cs typeface="Arimo"/>
                <a:sym typeface="Arimo"/>
              </a:rPr>
              <a:t>PRs merged to main</a:t>
            </a:r>
            <a:endParaRPr>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t/>
            </a:r>
            <a:endParaRPr b="1" sz="16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b="1" lang="en" sz="1600">
                <a:solidFill>
                  <a:schemeClr val="dk1"/>
                </a:solidFill>
                <a:latin typeface="Arimo"/>
                <a:ea typeface="Arimo"/>
                <a:cs typeface="Arimo"/>
                <a:sym typeface="Arimo"/>
              </a:rPr>
              <a:t>6 	</a:t>
            </a:r>
            <a:r>
              <a:rPr lang="en">
                <a:solidFill>
                  <a:schemeClr val="dk1"/>
                </a:solidFill>
                <a:latin typeface="Arimo"/>
                <a:ea typeface="Arimo"/>
                <a:cs typeface="Arimo"/>
                <a:sym typeface="Arimo"/>
              </a:rPr>
              <a:t>CI/CD checks passing</a:t>
            </a:r>
            <a:endParaRPr>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t/>
            </a:r>
            <a:endParaRPr b="1" sz="16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rPr b="1" lang="en" sz="1600">
                <a:solidFill>
                  <a:schemeClr val="dk1"/>
                </a:solidFill>
                <a:latin typeface="Arimo"/>
                <a:ea typeface="Arimo"/>
                <a:cs typeface="Arimo"/>
                <a:sym typeface="Arimo"/>
              </a:rPr>
              <a:t>0 	</a:t>
            </a:r>
            <a:r>
              <a:rPr lang="en">
                <a:solidFill>
                  <a:schemeClr val="dk1"/>
                </a:solidFill>
                <a:latin typeface="Arimo"/>
                <a:ea typeface="Arimo"/>
                <a:cs typeface="Arimo"/>
                <a:sym typeface="Arimo"/>
              </a:rPr>
              <a:t>unresolved build failures</a:t>
            </a:r>
            <a:endParaRPr>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b="1" sz="12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500" name="Shape 500"/>
        <p:cNvGrpSpPr/>
        <p:nvPr/>
      </p:nvGrpSpPr>
      <p:grpSpPr>
        <a:xfrm>
          <a:off x="0" y="0"/>
          <a:ext cx="0" cy="0"/>
          <a:chOff x="0" y="0"/>
          <a:chExt cx="0" cy="0"/>
        </a:xfrm>
      </p:grpSpPr>
      <p:sp>
        <p:nvSpPr>
          <p:cNvPr id="501" name="Google Shape;501;p64"/>
          <p:cNvSpPr txBox="1"/>
          <p:nvPr>
            <p:ph type="title"/>
          </p:nvPr>
        </p:nvSpPr>
        <p:spPr>
          <a:xfrm>
            <a:off x="277500" y="190175"/>
            <a:ext cx="8589000" cy="626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Testing Summary</a:t>
            </a:r>
            <a:endParaRPr/>
          </a:p>
        </p:txBody>
      </p:sp>
      <p:sp>
        <p:nvSpPr>
          <p:cNvPr id="502" name="Google Shape;502;p64"/>
          <p:cNvSpPr txBox="1"/>
          <p:nvPr>
            <p:ph idx="12" type="sldNum"/>
          </p:nvPr>
        </p:nvSpPr>
        <p:spPr>
          <a:xfrm>
            <a:off x="8208648" y="4749900"/>
            <a:ext cx="657900" cy="192000"/>
          </a:xfrm>
          <a:prstGeom prst="rect">
            <a:avLst/>
          </a:prstGeom>
          <a:ln cap="flat" cmpd="sng" w="9525">
            <a:solidFill>
              <a:schemeClr val="accent3"/>
            </a:solidFill>
            <a:prstDash val="solid"/>
            <a:round/>
            <a:headEnd len="sm" w="sm" type="none"/>
            <a:tailEnd len="sm" w="sm" type="none"/>
          </a:ln>
        </p:spPr>
        <p:txBody>
          <a:bodyPr anchorCtr="0" anchor="t" bIns="91425" lIns="91425" spcFirstLastPara="1" rIns="0" wrap="square" tIns="91425">
            <a:noAutofit/>
          </a:bodyPr>
          <a:lstStyle/>
          <a:p>
            <a:pPr indent="0" lvl="0" marL="0" rtl="0" algn="ctr">
              <a:spcBef>
                <a:spcPts val="0"/>
              </a:spcBef>
              <a:spcAft>
                <a:spcPts val="0"/>
              </a:spcAft>
              <a:buClr>
                <a:schemeClr val="dk1"/>
              </a:buClr>
              <a:buSzPts val="700"/>
              <a:buFont typeface="Arimo"/>
              <a:buNone/>
            </a:pPr>
            <a:fld id="{00000000-1234-1234-1234-123412341234}" type="slidenum">
              <a:rPr b="1" lang="en" sz="1300"/>
              <a:t>‹#›</a:t>
            </a:fld>
            <a:endParaRPr b="1" sz="1300"/>
          </a:p>
        </p:txBody>
      </p:sp>
      <p:graphicFrame>
        <p:nvGraphicFramePr>
          <p:cNvPr id="503" name="Google Shape;503;p64"/>
          <p:cNvGraphicFramePr/>
          <p:nvPr/>
        </p:nvGraphicFramePr>
        <p:xfrm>
          <a:off x="952500" y="1235250"/>
          <a:ext cx="3000000" cy="3000000"/>
        </p:xfrm>
        <a:graphic>
          <a:graphicData uri="http://schemas.openxmlformats.org/drawingml/2006/table">
            <a:tbl>
              <a:tblPr>
                <a:noFill/>
                <a:tableStyleId>{91DBF89A-E054-45DC-AFE5-578BD79A7D9F}</a:tableStyleId>
              </a:tblPr>
              <a:tblGrid>
                <a:gridCol w="2279025"/>
                <a:gridCol w="1156950"/>
                <a:gridCol w="3803025"/>
              </a:tblGrid>
              <a:tr h="330500">
                <a:tc gridSpan="3">
                  <a:txBody>
                    <a:bodyPr/>
                    <a:lstStyle/>
                    <a:p>
                      <a:pPr indent="0" lvl="0" marL="0" rtl="0" algn="l">
                        <a:spcBef>
                          <a:spcPts val="0"/>
                        </a:spcBef>
                        <a:spcAft>
                          <a:spcPts val="0"/>
                        </a:spcAft>
                        <a:buNone/>
                      </a:pPr>
                      <a:r>
                        <a:rPr lang="en" sz="1100"/>
                        <a:t>Testing Coverage</a:t>
                      </a:r>
                      <a:endParaRPr sz="1100"/>
                    </a:p>
                  </a:txBody>
                  <a:tcPr marT="91425" marB="91425" marR="91425" marL="91425">
                    <a:solidFill>
                      <a:schemeClr val="accent2"/>
                    </a:solidFill>
                  </a:tcPr>
                </a:tc>
                <a:tc hMerge="1"/>
                <a:tc hMerge="1"/>
              </a:tr>
              <a:tr h="509175">
                <a:tc>
                  <a:txBody>
                    <a:bodyPr/>
                    <a:lstStyle/>
                    <a:p>
                      <a:pPr indent="0" lvl="0" marL="0" rtl="0" algn="l">
                        <a:lnSpc>
                          <a:spcPct val="115000"/>
                        </a:lnSpc>
                        <a:spcBef>
                          <a:spcPts val="0"/>
                        </a:spcBef>
                        <a:spcAft>
                          <a:spcPts val="0"/>
                        </a:spcAft>
                        <a:buClr>
                          <a:schemeClr val="lt1"/>
                        </a:buClr>
                        <a:buSzPts val="1100"/>
                        <a:buFont typeface="Arial"/>
                        <a:buNone/>
                      </a:pPr>
                      <a:r>
                        <a:rPr lang="en" sz="1100"/>
                        <a:t>Acceptance / Manual </a:t>
                      </a:r>
                      <a:r>
                        <a:rPr lang="en" sz="1100"/>
                        <a:t>Testing</a:t>
                      </a:r>
                      <a:r>
                        <a:rPr lang="en" sz="1100"/>
                        <a:t> </a:t>
                      </a:r>
                      <a:endParaRPr sz="1100"/>
                    </a:p>
                    <a:p>
                      <a:pPr indent="0" lvl="0" marL="0" rtl="0" algn="l">
                        <a:spcBef>
                          <a:spcPts val="0"/>
                        </a:spcBef>
                        <a:spcAft>
                          <a:spcPts val="0"/>
                        </a:spcAft>
                        <a:buNone/>
                      </a:pPr>
                      <a:r>
                        <a:t/>
                      </a:r>
                      <a:endParaRPr sz="1100"/>
                    </a:p>
                  </a:txBody>
                  <a:tcPr marT="91425" marB="91425" marR="91425" marL="91425">
                    <a:solidFill>
                      <a:srgbClr val="CFE2F3"/>
                    </a:solidFill>
                  </a:tcPr>
                </a:tc>
                <a:tc>
                  <a:txBody>
                    <a:bodyPr/>
                    <a:lstStyle/>
                    <a:p>
                      <a:pPr indent="0" lvl="0" marL="0" rtl="0" algn="l">
                        <a:lnSpc>
                          <a:spcPct val="115000"/>
                        </a:lnSpc>
                        <a:spcBef>
                          <a:spcPts val="0"/>
                        </a:spcBef>
                        <a:spcAft>
                          <a:spcPts val="0"/>
                        </a:spcAft>
                        <a:buClr>
                          <a:schemeClr val="lt1"/>
                        </a:buClr>
                        <a:buSzPts val="1100"/>
                        <a:buFont typeface="Arial"/>
                        <a:buNone/>
                      </a:pPr>
                      <a:r>
                        <a:rPr lang="en" sz="1100">
                          <a:solidFill>
                            <a:srgbClr val="00C002"/>
                          </a:solidFill>
                        </a:rPr>
                        <a:t>✅ Active </a:t>
                      </a:r>
                      <a:endParaRPr sz="1100">
                        <a:solidFill>
                          <a:srgbClr val="00C002"/>
                        </a:solidFill>
                      </a:endParaRPr>
                    </a:p>
                    <a:p>
                      <a:pPr indent="0" lvl="0" marL="0" rtl="0" algn="l">
                        <a:spcBef>
                          <a:spcPts val="0"/>
                        </a:spcBef>
                        <a:spcAft>
                          <a:spcPts val="0"/>
                        </a:spcAft>
                        <a:buNone/>
                      </a:pPr>
                      <a:r>
                        <a:t/>
                      </a:r>
                      <a:endParaRPr sz="1100">
                        <a:solidFill>
                          <a:srgbClr val="00C002"/>
                        </a:solidFill>
                      </a:endParaRPr>
                    </a:p>
                  </a:txBody>
                  <a:tcPr marT="91425" marB="91425" marR="91425" marL="91425">
                    <a:solidFill>
                      <a:srgbClr val="CFE2F3"/>
                    </a:solidFill>
                  </a:tcPr>
                </a:tc>
                <a:tc>
                  <a:txBody>
                    <a:bodyPr/>
                    <a:lstStyle/>
                    <a:p>
                      <a:pPr indent="0" lvl="0" marL="0" rtl="0" algn="l">
                        <a:lnSpc>
                          <a:spcPct val="115000"/>
                        </a:lnSpc>
                        <a:spcBef>
                          <a:spcPts val="0"/>
                        </a:spcBef>
                        <a:spcAft>
                          <a:spcPts val="0"/>
                        </a:spcAft>
                        <a:buNone/>
                      </a:pPr>
                      <a:r>
                        <a:rPr lang="en" sz="1100"/>
                        <a:t>7 test cases for login flow — all passed </a:t>
                      </a:r>
                      <a:endParaRPr sz="1100"/>
                    </a:p>
                  </a:txBody>
                  <a:tcPr marT="91425" marB="91425" marR="91425" marL="91425">
                    <a:solidFill>
                      <a:srgbClr val="CFE2F3"/>
                    </a:solidFill>
                  </a:tcPr>
                </a:tc>
              </a:tr>
              <a:tr h="509200">
                <a:tc>
                  <a:txBody>
                    <a:bodyPr/>
                    <a:lstStyle/>
                    <a:p>
                      <a:pPr indent="0" lvl="0" marL="0" rtl="0" algn="l">
                        <a:lnSpc>
                          <a:spcPct val="115000"/>
                        </a:lnSpc>
                        <a:spcBef>
                          <a:spcPts val="0"/>
                        </a:spcBef>
                        <a:spcAft>
                          <a:spcPts val="0"/>
                        </a:spcAft>
                        <a:buClr>
                          <a:schemeClr val="lt1"/>
                        </a:buClr>
                        <a:buSzPts val="1100"/>
                        <a:buFont typeface="Arial"/>
                        <a:buNone/>
                      </a:pPr>
                      <a:r>
                        <a:rPr lang="en" sz="1100"/>
                        <a:t>System Testing </a:t>
                      </a:r>
                      <a:endParaRPr sz="1100"/>
                    </a:p>
                    <a:p>
                      <a:pPr indent="0" lvl="0" marL="0" rtl="0" algn="l">
                        <a:spcBef>
                          <a:spcPts val="0"/>
                        </a:spcBef>
                        <a:spcAft>
                          <a:spcPts val="0"/>
                        </a:spcAft>
                        <a:buNone/>
                      </a:pPr>
                      <a:r>
                        <a:t/>
                      </a:r>
                      <a:endParaRPr sz="1100"/>
                    </a:p>
                  </a:txBody>
                  <a:tcPr marT="91425" marB="91425" marR="91425" marL="91425">
                    <a:solidFill>
                      <a:schemeClr val="accent2"/>
                    </a:solidFill>
                  </a:tcPr>
                </a:tc>
                <a:tc>
                  <a:txBody>
                    <a:bodyPr/>
                    <a:lstStyle/>
                    <a:p>
                      <a:pPr indent="0" lvl="0" marL="0" rtl="0" algn="l">
                        <a:lnSpc>
                          <a:spcPct val="115000"/>
                        </a:lnSpc>
                        <a:spcBef>
                          <a:spcPts val="0"/>
                        </a:spcBef>
                        <a:spcAft>
                          <a:spcPts val="0"/>
                        </a:spcAft>
                        <a:buClr>
                          <a:schemeClr val="lt1"/>
                        </a:buClr>
                        <a:buSzPts val="1100"/>
                        <a:buFont typeface="Arial"/>
                        <a:buNone/>
                      </a:pPr>
                      <a:r>
                        <a:rPr lang="en" sz="1100">
                          <a:solidFill>
                            <a:srgbClr val="00C002"/>
                          </a:solidFill>
                        </a:rPr>
                        <a:t>✅ Active </a:t>
                      </a:r>
                      <a:endParaRPr sz="1100">
                        <a:solidFill>
                          <a:srgbClr val="00C002"/>
                        </a:solidFill>
                      </a:endParaRPr>
                    </a:p>
                  </a:txBody>
                  <a:tcPr marT="91425" marB="91425" marR="91425" marL="91425">
                    <a:solidFill>
                      <a:schemeClr val="accent2"/>
                    </a:solidFill>
                  </a:tcPr>
                </a:tc>
                <a:tc>
                  <a:txBody>
                    <a:bodyPr/>
                    <a:lstStyle/>
                    <a:p>
                      <a:pPr indent="0" lvl="0" marL="0" rtl="0" algn="l">
                        <a:lnSpc>
                          <a:spcPct val="115000"/>
                        </a:lnSpc>
                        <a:spcBef>
                          <a:spcPts val="0"/>
                        </a:spcBef>
                        <a:spcAft>
                          <a:spcPts val="0"/>
                        </a:spcAft>
                        <a:buNone/>
                      </a:pPr>
                      <a:r>
                        <a:rPr lang="en" sz="1100"/>
                        <a:t>Full flow verified locally via Docker </a:t>
                      </a:r>
                      <a:endParaRPr sz="1100"/>
                    </a:p>
                    <a:p>
                      <a:pPr indent="0" lvl="0" marL="0" rtl="0" algn="l">
                        <a:lnSpc>
                          <a:spcPct val="115000"/>
                        </a:lnSpc>
                        <a:spcBef>
                          <a:spcPts val="0"/>
                        </a:spcBef>
                        <a:spcAft>
                          <a:spcPts val="0"/>
                        </a:spcAft>
                        <a:buNone/>
                      </a:pPr>
                      <a:r>
                        <a:rPr lang="en" sz="1100"/>
                        <a:t>sign-up → confirm → sign-in →dashboard → sign-out</a:t>
                      </a:r>
                      <a:endParaRPr sz="1100"/>
                    </a:p>
                  </a:txBody>
                  <a:tcPr marT="91425" marB="91425" marR="91425" marL="91425">
                    <a:solidFill>
                      <a:schemeClr val="accent2"/>
                    </a:solidFill>
                  </a:tcPr>
                </a:tc>
              </a:tr>
              <a:tr h="509175">
                <a:tc>
                  <a:txBody>
                    <a:bodyPr/>
                    <a:lstStyle/>
                    <a:p>
                      <a:pPr indent="0" lvl="0" marL="0" rtl="0" algn="l">
                        <a:lnSpc>
                          <a:spcPct val="115000"/>
                        </a:lnSpc>
                        <a:spcBef>
                          <a:spcPts val="0"/>
                        </a:spcBef>
                        <a:spcAft>
                          <a:spcPts val="0"/>
                        </a:spcAft>
                        <a:buClr>
                          <a:schemeClr val="lt1"/>
                        </a:buClr>
                        <a:buSzPts val="1100"/>
                        <a:buFont typeface="Arial"/>
                        <a:buNone/>
                      </a:pPr>
                      <a:r>
                        <a:rPr lang="en" sz="1100"/>
                        <a:t>CI/CD Regression Safety Net </a:t>
                      </a:r>
                      <a:endParaRPr sz="1100"/>
                    </a:p>
                    <a:p>
                      <a:pPr indent="0" lvl="0" marL="0" rtl="0" algn="l">
                        <a:spcBef>
                          <a:spcPts val="0"/>
                        </a:spcBef>
                        <a:spcAft>
                          <a:spcPts val="0"/>
                        </a:spcAft>
                        <a:buNone/>
                      </a:pPr>
                      <a:r>
                        <a:t/>
                      </a:r>
                      <a:endParaRPr sz="1100"/>
                    </a:p>
                  </a:txBody>
                  <a:tcPr marT="91425" marB="91425" marR="91425" marL="91425">
                    <a:solidFill>
                      <a:srgbClr val="CFE2F3"/>
                    </a:solidFill>
                  </a:tcPr>
                </a:tc>
                <a:tc>
                  <a:txBody>
                    <a:bodyPr/>
                    <a:lstStyle/>
                    <a:p>
                      <a:pPr indent="0" lvl="0" marL="0" rtl="0" algn="l">
                        <a:lnSpc>
                          <a:spcPct val="115000"/>
                        </a:lnSpc>
                        <a:spcBef>
                          <a:spcPts val="0"/>
                        </a:spcBef>
                        <a:spcAft>
                          <a:spcPts val="0"/>
                        </a:spcAft>
                        <a:buClr>
                          <a:schemeClr val="lt1"/>
                        </a:buClr>
                        <a:buSzPts val="1100"/>
                        <a:buFont typeface="Arial"/>
                        <a:buNone/>
                      </a:pPr>
                      <a:r>
                        <a:rPr lang="en" sz="1100">
                          <a:solidFill>
                            <a:srgbClr val="00C002"/>
                          </a:solidFill>
                        </a:rPr>
                        <a:t>✅ Active </a:t>
                      </a:r>
                      <a:endParaRPr sz="1100">
                        <a:solidFill>
                          <a:srgbClr val="00C002"/>
                        </a:solidFill>
                      </a:endParaRPr>
                    </a:p>
                  </a:txBody>
                  <a:tcPr marT="91425" marB="91425" marR="91425" marL="91425">
                    <a:solidFill>
                      <a:srgbClr val="CFE2F3"/>
                    </a:solidFill>
                  </a:tcPr>
                </a:tc>
                <a:tc>
                  <a:txBody>
                    <a:bodyPr/>
                    <a:lstStyle/>
                    <a:p>
                      <a:pPr indent="0" lvl="0" marL="0" rtl="0" algn="l">
                        <a:lnSpc>
                          <a:spcPct val="115000"/>
                        </a:lnSpc>
                        <a:spcBef>
                          <a:spcPts val="0"/>
                        </a:spcBef>
                        <a:spcAft>
                          <a:spcPts val="0"/>
                        </a:spcAft>
                        <a:buNone/>
                      </a:pPr>
                      <a:r>
                        <a:rPr lang="en" sz="1100"/>
                        <a:t>ESLint + build check on every PR</a:t>
                      </a:r>
                      <a:endParaRPr sz="1100"/>
                    </a:p>
                    <a:p>
                      <a:pPr indent="0" lvl="0" marL="0" rtl="0" algn="l">
                        <a:lnSpc>
                          <a:spcPct val="115000"/>
                        </a:lnSpc>
                        <a:spcBef>
                          <a:spcPts val="0"/>
                        </a:spcBef>
                        <a:spcAft>
                          <a:spcPts val="0"/>
                        </a:spcAft>
                        <a:buNone/>
                      </a:pPr>
                      <a:r>
                        <a:rPr lang="en" sz="1100"/>
                        <a:t>blocks merges on failure</a:t>
                      </a:r>
                      <a:endParaRPr sz="1100"/>
                    </a:p>
                  </a:txBody>
                  <a:tcPr marT="91425" marB="91425" marR="91425" marL="91425">
                    <a:solidFill>
                      <a:srgbClr val="CFE2F3"/>
                    </a:solidFill>
                  </a:tcPr>
                </a:tc>
              </a:tr>
              <a:tr h="535175">
                <a:tc>
                  <a:txBody>
                    <a:bodyPr/>
                    <a:lstStyle/>
                    <a:p>
                      <a:pPr indent="0" lvl="0" marL="0" rtl="0" algn="l">
                        <a:lnSpc>
                          <a:spcPct val="115000"/>
                        </a:lnSpc>
                        <a:spcBef>
                          <a:spcPts val="0"/>
                        </a:spcBef>
                        <a:spcAft>
                          <a:spcPts val="0"/>
                        </a:spcAft>
                        <a:buNone/>
                      </a:pPr>
                      <a:r>
                        <a:rPr lang="en" sz="1100"/>
                        <a:t>Unit </a:t>
                      </a:r>
                      <a:r>
                        <a:rPr lang="en" sz="1100"/>
                        <a:t>Testing</a:t>
                      </a:r>
                      <a:endParaRPr sz="1100"/>
                    </a:p>
                  </a:txBody>
                  <a:tcPr marT="91425" marB="91425" marR="91425" marL="91425">
                    <a:solidFill>
                      <a:schemeClr val="accent2"/>
                    </a:solidFill>
                  </a:tcPr>
                </a:tc>
                <a:tc>
                  <a:txBody>
                    <a:bodyPr/>
                    <a:lstStyle/>
                    <a:p>
                      <a:pPr indent="0" lvl="0" marL="0" rtl="0" algn="l">
                        <a:lnSpc>
                          <a:spcPct val="115000"/>
                        </a:lnSpc>
                        <a:spcBef>
                          <a:spcPts val="0"/>
                        </a:spcBef>
                        <a:spcAft>
                          <a:spcPts val="0"/>
                        </a:spcAft>
                        <a:buNone/>
                      </a:pPr>
                      <a:r>
                        <a:rPr lang="en" sz="1100">
                          <a:solidFill>
                            <a:srgbClr val="B86C3F"/>
                          </a:solidFill>
                        </a:rPr>
                        <a:t>🗒Planned </a:t>
                      </a:r>
                      <a:endParaRPr sz="1100">
                        <a:solidFill>
                          <a:srgbClr val="B86C3F"/>
                        </a:solidFill>
                      </a:endParaRPr>
                    </a:p>
                  </a:txBody>
                  <a:tcPr marT="91425" marB="91425" marR="91425" marL="91425">
                    <a:solidFill>
                      <a:schemeClr val="accent2"/>
                    </a:solidFill>
                  </a:tcPr>
                </a:tc>
                <a:tc>
                  <a:txBody>
                    <a:bodyPr/>
                    <a:lstStyle/>
                    <a:p>
                      <a:pPr indent="0" lvl="0" marL="0" rtl="0" algn="l">
                        <a:lnSpc>
                          <a:spcPct val="115000"/>
                        </a:lnSpc>
                        <a:spcBef>
                          <a:spcPts val="0"/>
                        </a:spcBef>
                        <a:spcAft>
                          <a:spcPts val="0"/>
                        </a:spcAft>
                        <a:buNone/>
                      </a:pPr>
                      <a:r>
                        <a:rPr lang="en" sz="1100"/>
                        <a:t>Planned for Iteration 2 once frontend components stabilize</a:t>
                      </a:r>
                      <a:endParaRPr sz="1100"/>
                    </a:p>
                  </a:txBody>
                  <a:tcPr marT="91425" marB="91425" marR="91425" marL="91425">
                    <a:solidFill>
                      <a:schemeClr val="accent2"/>
                    </a:solidFill>
                  </a:tcPr>
                </a:tc>
              </a:tr>
              <a:tr h="999175">
                <a:tc>
                  <a:txBody>
                    <a:bodyPr/>
                    <a:lstStyle/>
                    <a:p>
                      <a:pPr indent="0" lvl="0" marL="0" rtl="0" algn="l">
                        <a:lnSpc>
                          <a:spcPct val="115000"/>
                        </a:lnSpc>
                        <a:spcBef>
                          <a:spcPts val="0"/>
                        </a:spcBef>
                        <a:spcAft>
                          <a:spcPts val="0"/>
                        </a:spcAft>
                        <a:buNone/>
                      </a:pPr>
                      <a:r>
                        <a:rPr lang="en" sz="1100"/>
                        <a:t>Integration Testing </a:t>
                      </a:r>
                      <a:endParaRPr sz="1100"/>
                    </a:p>
                  </a:txBody>
                  <a:tcPr marT="91425" marB="91425" marR="91425" marL="91425">
                    <a:solidFill>
                      <a:srgbClr val="CFE2F3"/>
                    </a:solidFill>
                  </a:tcPr>
                </a:tc>
                <a:tc>
                  <a:txBody>
                    <a:bodyPr/>
                    <a:lstStyle/>
                    <a:p>
                      <a:pPr indent="0" lvl="0" marL="0" rtl="0" algn="l">
                        <a:lnSpc>
                          <a:spcPct val="115000"/>
                        </a:lnSpc>
                        <a:spcBef>
                          <a:spcPts val="0"/>
                        </a:spcBef>
                        <a:spcAft>
                          <a:spcPts val="0"/>
                        </a:spcAft>
                        <a:buNone/>
                      </a:pPr>
                      <a:r>
                        <a:rPr lang="en" sz="1100">
                          <a:solidFill>
                            <a:srgbClr val="B86C3F"/>
                          </a:solidFill>
                        </a:rPr>
                        <a:t>🗒</a:t>
                      </a:r>
                      <a:r>
                        <a:rPr lang="en" sz="1100">
                          <a:solidFill>
                            <a:srgbClr val="B86C3F"/>
                          </a:solidFill>
                        </a:rPr>
                        <a:t>Planned </a:t>
                      </a:r>
                      <a:endParaRPr sz="1100">
                        <a:solidFill>
                          <a:srgbClr val="B86C3F"/>
                        </a:solidFill>
                      </a:endParaRPr>
                    </a:p>
                  </a:txBody>
                  <a:tcPr marT="91425" marB="91425" marR="91425" marL="91425">
                    <a:solidFill>
                      <a:srgbClr val="CFE2F3"/>
                    </a:solidFill>
                  </a:tcPr>
                </a:tc>
                <a:tc>
                  <a:txBody>
                    <a:bodyPr/>
                    <a:lstStyle/>
                    <a:p>
                      <a:pPr indent="0" lvl="0" marL="0" rtl="0" algn="l">
                        <a:lnSpc>
                          <a:spcPct val="115000"/>
                        </a:lnSpc>
                        <a:spcBef>
                          <a:spcPts val="0"/>
                        </a:spcBef>
                        <a:spcAft>
                          <a:spcPts val="0"/>
                        </a:spcAft>
                        <a:buNone/>
                      </a:pPr>
                      <a:r>
                        <a:rPr lang="en" sz="1100"/>
                        <a:t>Authentication flow manually verified</a:t>
                      </a:r>
                      <a:endParaRPr sz="1100"/>
                    </a:p>
                    <a:p>
                      <a:pPr indent="0" lvl="0" marL="0" rtl="0" algn="l">
                        <a:lnSpc>
                          <a:spcPct val="115000"/>
                        </a:lnSpc>
                        <a:spcBef>
                          <a:spcPts val="0"/>
                        </a:spcBef>
                        <a:spcAft>
                          <a:spcPts val="0"/>
                        </a:spcAft>
                        <a:buNone/>
                      </a:pPr>
                      <a:r>
                        <a:rPr lang="en" sz="1100"/>
                        <a:t>broader frontend↔backend integration planned for Iteration 2</a:t>
                      </a:r>
                      <a:endParaRPr sz="1100"/>
                    </a:p>
                  </a:txBody>
                  <a:tcPr marT="91425" marB="91425" marR="91425" marL="91425">
                    <a:solidFill>
                      <a:srgbClr val="CFE2F3"/>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507" name="Shape 507"/>
        <p:cNvGrpSpPr/>
        <p:nvPr/>
      </p:nvGrpSpPr>
      <p:grpSpPr>
        <a:xfrm>
          <a:off x="0" y="0"/>
          <a:ext cx="0" cy="0"/>
          <a:chOff x="0" y="0"/>
          <a:chExt cx="0" cy="0"/>
        </a:xfrm>
      </p:grpSpPr>
      <p:sp>
        <p:nvSpPr>
          <p:cNvPr id="508" name="Google Shape;508;p6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09" name="Google Shape;509;p65"/>
          <p:cNvSpPr txBox="1"/>
          <p:nvPr/>
        </p:nvSpPr>
        <p:spPr>
          <a:xfrm>
            <a:off x="644759" y="452175"/>
            <a:ext cx="5694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1"/>
                </a:solidFill>
                <a:latin typeface="Arimo"/>
                <a:ea typeface="Arimo"/>
                <a:cs typeface="Arimo"/>
                <a:sym typeface="Arimo"/>
              </a:rPr>
              <a:t>Sprint Backlog – Iteration 1</a:t>
            </a:r>
            <a:endParaRPr sz="3000">
              <a:solidFill>
                <a:schemeClr val="dk1"/>
              </a:solidFill>
              <a:latin typeface="Arimo"/>
              <a:ea typeface="Arimo"/>
              <a:cs typeface="Arimo"/>
              <a:sym typeface="Arimo"/>
            </a:endParaRPr>
          </a:p>
        </p:txBody>
      </p:sp>
      <p:pic>
        <p:nvPicPr>
          <p:cNvPr id="510" name="Google Shape;510;p65"/>
          <p:cNvPicPr preferRelativeResize="0"/>
          <p:nvPr/>
        </p:nvPicPr>
        <p:blipFill rotWithShape="1">
          <a:blip r:embed="rId3">
            <a:alphaModFix amt="10000"/>
          </a:blip>
          <a:srcRect b="14553" l="1069" r="50141" t="20939"/>
          <a:stretch/>
        </p:blipFill>
        <p:spPr>
          <a:xfrm>
            <a:off x="335691" y="1397991"/>
            <a:ext cx="4236300" cy="3474900"/>
          </a:xfrm>
          <a:prstGeom prst="roundRect">
            <a:avLst>
              <a:gd fmla="val 10347" name="adj"/>
            </a:avLst>
          </a:prstGeom>
          <a:noFill/>
          <a:ln>
            <a:noFill/>
          </a:ln>
        </p:spPr>
      </p:pic>
      <p:sp>
        <p:nvSpPr>
          <p:cNvPr id="511" name="Google Shape;511;p65"/>
          <p:cNvSpPr/>
          <p:nvPr/>
        </p:nvSpPr>
        <p:spPr>
          <a:xfrm>
            <a:off x="604850" y="1417210"/>
            <a:ext cx="3658200" cy="725700"/>
          </a:xfrm>
          <a:prstGeom prst="roundRect">
            <a:avLst>
              <a:gd fmla="val 14571" name="adj"/>
            </a:avLst>
          </a:prstGeom>
          <a:solidFill>
            <a:srgbClr val="D9EAD3"/>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900">
                <a:solidFill>
                  <a:srgbClr val="38761D"/>
                </a:solidFill>
                <a:latin typeface="Arimo"/>
                <a:ea typeface="Arimo"/>
                <a:cs typeface="Arimo"/>
                <a:sym typeface="Arimo"/>
              </a:rPr>
              <a:t>SCRUM-7</a:t>
            </a:r>
            <a:endParaRPr b="1" sz="900">
              <a:solidFill>
                <a:srgbClr val="38761D"/>
              </a:solidFill>
              <a:latin typeface="Arimo"/>
              <a:ea typeface="Arimo"/>
              <a:cs typeface="Arimo"/>
              <a:sym typeface="Arimo"/>
            </a:endParaRPr>
          </a:p>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User Login</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Sign-up, sign-in, sign-out — both roles</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512" name="Google Shape;512;p65"/>
          <p:cNvSpPr/>
          <p:nvPr/>
        </p:nvSpPr>
        <p:spPr>
          <a:xfrm>
            <a:off x="611483" y="2320027"/>
            <a:ext cx="3658200" cy="725700"/>
          </a:xfrm>
          <a:prstGeom prst="roundRect">
            <a:avLst>
              <a:gd fmla="val 14571" name="adj"/>
            </a:avLst>
          </a:prstGeom>
          <a:solidFill>
            <a:srgbClr val="D9EAD3"/>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900">
                <a:solidFill>
                  <a:srgbClr val="38761D"/>
                </a:solidFill>
                <a:latin typeface="Arimo"/>
                <a:ea typeface="Arimo"/>
                <a:cs typeface="Arimo"/>
                <a:sym typeface="Arimo"/>
              </a:rPr>
              <a:t>SCRUM-59</a:t>
            </a:r>
            <a:endParaRPr b="1" sz="900">
              <a:solidFill>
                <a:srgbClr val="38761D"/>
              </a:solidFill>
              <a:latin typeface="Arimo"/>
              <a:ea typeface="Arimo"/>
              <a:cs typeface="Arimo"/>
              <a:sym typeface="Arimo"/>
            </a:endParaRPr>
          </a:p>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Patient Dashboard</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Frontend complete with mock data.</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513" name="Google Shape;513;p65"/>
          <p:cNvSpPr/>
          <p:nvPr/>
        </p:nvSpPr>
        <p:spPr>
          <a:xfrm>
            <a:off x="618117" y="3222844"/>
            <a:ext cx="3658200" cy="744900"/>
          </a:xfrm>
          <a:prstGeom prst="roundRect">
            <a:avLst>
              <a:gd fmla="val 14571" name="adj"/>
            </a:avLst>
          </a:prstGeom>
          <a:solidFill>
            <a:srgbClr val="D9EAD3"/>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900">
                <a:solidFill>
                  <a:srgbClr val="38761D"/>
                </a:solidFill>
                <a:latin typeface="Arimo"/>
                <a:ea typeface="Arimo"/>
                <a:cs typeface="Arimo"/>
                <a:sym typeface="Arimo"/>
              </a:rPr>
              <a:t>SCRUM-26</a:t>
            </a:r>
            <a:endParaRPr b="1" sz="900">
              <a:solidFill>
                <a:srgbClr val="38761D"/>
              </a:solidFill>
              <a:latin typeface="Arimo"/>
              <a:ea typeface="Arimo"/>
              <a:cs typeface="Arimo"/>
              <a:sym typeface="Arimo"/>
            </a:endParaRPr>
          </a:p>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Doctor Dashboard</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Frontend complete with mock data.</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pic>
        <p:nvPicPr>
          <p:cNvPr id="514" name="Google Shape;514;p65"/>
          <p:cNvPicPr preferRelativeResize="0"/>
          <p:nvPr/>
        </p:nvPicPr>
        <p:blipFill rotWithShape="1">
          <a:blip r:embed="rId3">
            <a:alphaModFix amt="10000"/>
          </a:blip>
          <a:srcRect b="14553" l="1069" r="50141" t="20939"/>
          <a:stretch/>
        </p:blipFill>
        <p:spPr>
          <a:xfrm>
            <a:off x="4572100" y="1372925"/>
            <a:ext cx="4236300" cy="3474900"/>
          </a:xfrm>
          <a:prstGeom prst="roundRect">
            <a:avLst>
              <a:gd fmla="val 10347" name="adj"/>
            </a:avLst>
          </a:prstGeom>
          <a:noFill/>
          <a:ln>
            <a:noFill/>
          </a:ln>
        </p:spPr>
      </p:pic>
      <p:sp>
        <p:nvSpPr>
          <p:cNvPr id="515" name="Google Shape;515;p65"/>
          <p:cNvSpPr/>
          <p:nvPr/>
        </p:nvSpPr>
        <p:spPr>
          <a:xfrm>
            <a:off x="4861150" y="1549936"/>
            <a:ext cx="3658200" cy="488700"/>
          </a:xfrm>
          <a:prstGeom prst="roundRect">
            <a:avLst>
              <a:gd fmla="val 14571" name="adj"/>
            </a:avLst>
          </a:prstGeom>
          <a:solidFill>
            <a:srgbClr val="FCE5CD"/>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900">
                <a:solidFill>
                  <a:srgbClr val="B45F06"/>
                </a:solidFill>
                <a:latin typeface="Arimo"/>
                <a:ea typeface="Arimo"/>
                <a:cs typeface="Arimo"/>
                <a:sym typeface="Arimo"/>
              </a:rPr>
              <a:t>SCRUM-5</a:t>
            </a:r>
            <a:endParaRPr b="1" sz="900">
              <a:solidFill>
                <a:srgbClr val="B45F06"/>
              </a:solidFill>
              <a:latin typeface="Arimo"/>
              <a:ea typeface="Arimo"/>
              <a:cs typeface="Arimo"/>
              <a:sym typeface="Arimo"/>
            </a:endParaRPr>
          </a:p>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Appointment Scheduler</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516" name="Google Shape;516;p65"/>
          <p:cNvSpPr/>
          <p:nvPr/>
        </p:nvSpPr>
        <p:spPr>
          <a:xfrm>
            <a:off x="4861150" y="2184855"/>
            <a:ext cx="3658200" cy="488700"/>
          </a:xfrm>
          <a:prstGeom prst="roundRect">
            <a:avLst>
              <a:gd fmla="val 14571" name="adj"/>
            </a:avLst>
          </a:prstGeom>
          <a:solidFill>
            <a:srgbClr val="FCE5CD"/>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900">
                <a:solidFill>
                  <a:srgbClr val="B45F06"/>
                </a:solidFill>
                <a:latin typeface="Arimo"/>
                <a:ea typeface="Arimo"/>
                <a:cs typeface="Arimo"/>
                <a:sym typeface="Arimo"/>
              </a:rPr>
              <a:t>SCRUM-56</a:t>
            </a:r>
            <a:endParaRPr b="1" sz="900">
              <a:solidFill>
                <a:srgbClr val="B45F06"/>
              </a:solidFill>
              <a:latin typeface="Arimo"/>
              <a:ea typeface="Arimo"/>
              <a:cs typeface="Arimo"/>
              <a:sym typeface="Arimo"/>
            </a:endParaRPr>
          </a:p>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Biometric Authentication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517" name="Google Shape;517;p65"/>
          <p:cNvSpPr/>
          <p:nvPr/>
        </p:nvSpPr>
        <p:spPr>
          <a:xfrm>
            <a:off x="4861150" y="2819774"/>
            <a:ext cx="3658200" cy="488700"/>
          </a:xfrm>
          <a:prstGeom prst="roundRect">
            <a:avLst>
              <a:gd fmla="val 14571" name="adj"/>
            </a:avLst>
          </a:prstGeom>
          <a:solidFill>
            <a:srgbClr val="FCE5CD"/>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900">
                <a:solidFill>
                  <a:srgbClr val="B45F06"/>
                </a:solidFill>
                <a:latin typeface="Arimo"/>
                <a:ea typeface="Arimo"/>
                <a:cs typeface="Arimo"/>
                <a:sym typeface="Arimo"/>
              </a:rPr>
              <a:t>SCRUM-53</a:t>
            </a:r>
            <a:endParaRPr b="1" sz="900">
              <a:solidFill>
                <a:srgbClr val="B45F06"/>
              </a:solidFill>
              <a:latin typeface="Arimo"/>
              <a:ea typeface="Arimo"/>
              <a:cs typeface="Arimo"/>
              <a:sym typeface="Arimo"/>
            </a:endParaRPr>
          </a:p>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Role Based Access Control</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518" name="Google Shape;518;p65"/>
          <p:cNvSpPr/>
          <p:nvPr/>
        </p:nvSpPr>
        <p:spPr>
          <a:xfrm>
            <a:off x="4861150" y="3507386"/>
            <a:ext cx="3658200" cy="488700"/>
          </a:xfrm>
          <a:prstGeom prst="roundRect">
            <a:avLst>
              <a:gd fmla="val 14571" name="adj"/>
            </a:avLst>
          </a:prstGeom>
          <a:solidFill>
            <a:srgbClr val="FCE5CD"/>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900">
                <a:solidFill>
                  <a:srgbClr val="B45F06"/>
                </a:solidFill>
                <a:latin typeface="Arimo"/>
                <a:ea typeface="Arimo"/>
                <a:cs typeface="Arimo"/>
                <a:sym typeface="Arimo"/>
              </a:rPr>
              <a:t>SCRUM-54</a:t>
            </a:r>
            <a:endParaRPr b="1" sz="900">
              <a:solidFill>
                <a:srgbClr val="B45F06"/>
              </a:solidFill>
              <a:latin typeface="Arimo"/>
              <a:ea typeface="Arimo"/>
              <a:cs typeface="Arimo"/>
              <a:sym typeface="Arimo"/>
            </a:endParaRPr>
          </a:p>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Secure Messaging </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
        <p:nvSpPr>
          <p:cNvPr id="519" name="Google Shape;519;p65"/>
          <p:cNvSpPr txBox="1"/>
          <p:nvPr/>
        </p:nvSpPr>
        <p:spPr>
          <a:xfrm>
            <a:off x="604850" y="1098675"/>
            <a:ext cx="36582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lt1"/>
              </a:buClr>
              <a:buSzPts val="1100"/>
              <a:buFont typeface="Arial"/>
              <a:buNone/>
            </a:pPr>
            <a:r>
              <a:rPr lang="en" sz="1100">
                <a:solidFill>
                  <a:srgbClr val="00C002"/>
                </a:solidFill>
              </a:rPr>
              <a:t>✅ Completed for Iteration 1 Scope</a:t>
            </a:r>
            <a:endParaRPr sz="1200">
              <a:solidFill>
                <a:schemeClr val="dk1"/>
              </a:solidFill>
              <a:latin typeface="Arimo"/>
              <a:ea typeface="Arimo"/>
              <a:cs typeface="Arimo"/>
              <a:sym typeface="Arimo"/>
            </a:endParaRPr>
          </a:p>
        </p:txBody>
      </p:sp>
      <p:sp>
        <p:nvSpPr>
          <p:cNvPr id="520" name="Google Shape;520;p65"/>
          <p:cNvSpPr txBox="1"/>
          <p:nvPr/>
        </p:nvSpPr>
        <p:spPr>
          <a:xfrm>
            <a:off x="7416550" y="1098675"/>
            <a:ext cx="11028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lt1"/>
              </a:buClr>
              <a:buSzPts val="1100"/>
              <a:buFont typeface="Arial"/>
              <a:buNone/>
            </a:pPr>
            <a:r>
              <a:rPr lang="en" sz="1100">
                <a:solidFill>
                  <a:srgbClr val="B86C3F"/>
                </a:solidFill>
              </a:rPr>
              <a:t>🗒In Progress</a:t>
            </a:r>
            <a:endParaRPr sz="1200">
              <a:solidFill>
                <a:schemeClr val="dk1"/>
              </a:solidFill>
              <a:latin typeface="Arimo"/>
              <a:ea typeface="Arimo"/>
              <a:cs typeface="Arimo"/>
              <a:sym typeface="Arimo"/>
            </a:endParaRPr>
          </a:p>
        </p:txBody>
      </p:sp>
      <p:sp>
        <p:nvSpPr>
          <p:cNvPr id="521" name="Google Shape;521;p65"/>
          <p:cNvSpPr/>
          <p:nvPr/>
        </p:nvSpPr>
        <p:spPr>
          <a:xfrm>
            <a:off x="624750" y="4144860"/>
            <a:ext cx="3658200" cy="744900"/>
          </a:xfrm>
          <a:prstGeom prst="roundRect">
            <a:avLst>
              <a:gd fmla="val 14571" name="adj"/>
            </a:avLst>
          </a:prstGeom>
          <a:solidFill>
            <a:srgbClr val="D9EAD3"/>
          </a:solidFill>
          <a:ln cap="flat" cmpd="sng" w="9525">
            <a:solidFill>
              <a:schemeClr val="accent3"/>
            </a:solidFill>
            <a:prstDash val="solid"/>
            <a:round/>
            <a:headEnd len="sm" w="sm" type="none"/>
            <a:tailEnd len="sm" w="sm" type="none"/>
          </a:ln>
          <a:effectLst>
            <a:outerShdw blurRad="57150" rotWithShape="0" algn="bl" dir="5400000" dist="38100">
              <a:srgbClr val="000000">
                <a:alpha val="75000"/>
              </a:srgbClr>
            </a:outerShdw>
          </a:effectLst>
        </p:spPr>
        <p:txBody>
          <a:bodyPr anchorCtr="0" anchor="t" bIns="91425" lIns="182875" spcFirstLastPara="1" rIns="182875" wrap="square" tIns="91425">
            <a:noAutofit/>
          </a:bodyPr>
          <a:lstStyle/>
          <a:p>
            <a:pPr indent="0" lvl="0" marL="0" rtl="0" algn="l">
              <a:lnSpc>
                <a:spcPct val="115000"/>
              </a:lnSpc>
              <a:spcBef>
                <a:spcPts val="0"/>
              </a:spcBef>
              <a:spcAft>
                <a:spcPts val="0"/>
              </a:spcAft>
              <a:buNone/>
            </a:pPr>
            <a:r>
              <a:rPr b="1" lang="en" sz="900">
                <a:solidFill>
                  <a:srgbClr val="38761D"/>
                </a:solidFill>
                <a:latin typeface="Arimo"/>
                <a:ea typeface="Arimo"/>
                <a:cs typeface="Arimo"/>
                <a:sym typeface="Arimo"/>
              </a:rPr>
              <a:t>SCRUM-61</a:t>
            </a:r>
            <a:endParaRPr b="1" sz="900">
              <a:solidFill>
                <a:srgbClr val="38761D"/>
              </a:solidFill>
              <a:latin typeface="Arimo"/>
              <a:ea typeface="Arimo"/>
              <a:cs typeface="Arimo"/>
              <a:sym typeface="Arimo"/>
            </a:endParaRPr>
          </a:p>
          <a:p>
            <a:pPr indent="0" lvl="0" marL="0" rtl="0" algn="l">
              <a:lnSpc>
                <a:spcPct val="115000"/>
              </a:lnSpc>
              <a:spcBef>
                <a:spcPts val="0"/>
              </a:spcBef>
              <a:spcAft>
                <a:spcPts val="0"/>
              </a:spcAft>
              <a:buNone/>
            </a:pPr>
            <a:r>
              <a:rPr b="1" lang="en" sz="1200">
                <a:solidFill>
                  <a:schemeClr val="dk1"/>
                </a:solidFill>
                <a:latin typeface="Arimo"/>
                <a:ea typeface="Arimo"/>
                <a:cs typeface="Arimo"/>
                <a:sym typeface="Arimo"/>
              </a:rPr>
              <a:t>Lab Result</a:t>
            </a:r>
            <a:endParaRPr b="1" sz="12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Backend support added.</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b="1" sz="1100">
              <a:solidFill>
                <a:schemeClr val="dk1"/>
              </a:solidFill>
              <a:latin typeface="Arimo"/>
              <a:ea typeface="Arimo"/>
              <a:cs typeface="Arimo"/>
              <a:sym typeface="Arimo"/>
            </a:endParaRPr>
          </a:p>
          <a:p>
            <a:pPr indent="0" lvl="0" marL="0" rtl="0" algn="ctr">
              <a:lnSpc>
                <a:spcPct val="115000"/>
              </a:lnSpc>
              <a:spcBef>
                <a:spcPts val="0"/>
              </a:spcBef>
              <a:spcAft>
                <a:spcPts val="0"/>
              </a:spcAft>
              <a:buNone/>
            </a:pPr>
            <a:r>
              <a:t/>
            </a:r>
            <a:endParaRPr sz="1000">
              <a:solidFill>
                <a:schemeClr val="dk1"/>
              </a:solidFill>
              <a:latin typeface="Arimo"/>
              <a:ea typeface="Arimo"/>
              <a:cs typeface="Arimo"/>
              <a:sym typeface="Arim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525" name="Shape 525"/>
        <p:cNvGrpSpPr/>
        <p:nvPr/>
      </p:nvGrpSpPr>
      <p:grpSpPr>
        <a:xfrm>
          <a:off x="0" y="0"/>
          <a:ext cx="0" cy="0"/>
          <a:chOff x="0" y="0"/>
          <a:chExt cx="0" cy="0"/>
        </a:xfrm>
      </p:grpSpPr>
      <p:cxnSp>
        <p:nvCxnSpPr>
          <p:cNvPr id="526" name="Google Shape;526;p66"/>
          <p:cNvCxnSpPr/>
          <p:nvPr/>
        </p:nvCxnSpPr>
        <p:spPr>
          <a:xfrm>
            <a:off x="4572000" y="280800"/>
            <a:ext cx="0" cy="4581900"/>
          </a:xfrm>
          <a:prstGeom prst="straightConnector1">
            <a:avLst/>
          </a:prstGeom>
          <a:noFill/>
          <a:ln cap="flat" cmpd="sng" w="9525">
            <a:solidFill>
              <a:schemeClr val="dk2"/>
            </a:solidFill>
            <a:prstDash val="solid"/>
            <a:round/>
            <a:headEnd len="med" w="med" type="none"/>
            <a:tailEnd len="med" w="med" type="none"/>
          </a:ln>
        </p:spPr>
      </p:cxnSp>
      <p:sp>
        <p:nvSpPr>
          <p:cNvPr id="527" name="Google Shape;527;p6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28" name="Google Shape;528;p66"/>
          <p:cNvSpPr txBox="1"/>
          <p:nvPr/>
        </p:nvSpPr>
        <p:spPr>
          <a:xfrm>
            <a:off x="509675" y="417759"/>
            <a:ext cx="481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Arimo"/>
                <a:ea typeface="Arimo"/>
                <a:cs typeface="Arimo"/>
                <a:sym typeface="Arimo"/>
              </a:rPr>
              <a:t>Demo Overview</a:t>
            </a:r>
            <a:endParaRPr b="1" sz="3000">
              <a:solidFill>
                <a:schemeClr val="dk1"/>
              </a:solidFill>
              <a:latin typeface="Arimo"/>
              <a:ea typeface="Arimo"/>
              <a:cs typeface="Arimo"/>
              <a:sym typeface="Arimo"/>
            </a:endParaRPr>
          </a:p>
        </p:txBody>
      </p:sp>
      <p:pic>
        <p:nvPicPr>
          <p:cNvPr id="529" name="Google Shape;529;p66" title="patient login.mp4">
            <a:hlinkClick r:id="rId3"/>
          </p:cNvPr>
          <p:cNvPicPr preferRelativeResize="0"/>
          <p:nvPr/>
        </p:nvPicPr>
        <p:blipFill>
          <a:blip r:embed="rId4">
            <a:alphaModFix/>
          </a:blip>
          <a:stretch>
            <a:fillRect/>
          </a:stretch>
        </p:blipFill>
        <p:spPr>
          <a:xfrm>
            <a:off x="451975" y="1346400"/>
            <a:ext cx="3566160" cy="2651760"/>
          </a:xfrm>
          <a:prstGeom prst="rect">
            <a:avLst/>
          </a:prstGeom>
          <a:noFill/>
          <a:ln>
            <a:noFill/>
          </a:ln>
        </p:spPr>
      </p:pic>
      <p:pic>
        <p:nvPicPr>
          <p:cNvPr id="530" name="Google Shape;530;p66" title="lab-results-demo-1779494673803.mp4">
            <a:hlinkClick r:id="rId5"/>
          </p:cNvPr>
          <p:cNvPicPr preferRelativeResize="0"/>
          <p:nvPr/>
        </p:nvPicPr>
        <p:blipFill>
          <a:blip r:embed="rId6">
            <a:alphaModFix/>
          </a:blip>
          <a:stretch>
            <a:fillRect/>
          </a:stretch>
        </p:blipFill>
        <p:spPr>
          <a:xfrm>
            <a:off x="5125875" y="1383776"/>
            <a:ext cx="3566159" cy="2651759"/>
          </a:xfrm>
          <a:prstGeom prst="rect">
            <a:avLst/>
          </a:prstGeom>
          <a:noFill/>
          <a:ln>
            <a:noFill/>
          </a:ln>
        </p:spPr>
      </p:pic>
      <p:sp>
        <p:nvSpPr>
          <p:cNvPr id="531" name="Google Shape;531;p66"/>
          <p:cNvSpPr txBox="1"/>
          <p:nvPr/>
        </p:nvSpPr>
        <p:spPr>
          <a:xfrm>
            <a:off x="451975" y="4134250"/>
            <a:ext cx="164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Patient Dashboard</a:t>
            </a:r>
            <a:endParaRPr sz="1200">
              <a:solidFill>
                <a:schemeClr val="dk1"/>
              </a:solidFill>
              <a:latin typeface="Arimo"/>
              <a:ea typeface="Arimo"/>
              <a:cs typeface="Arimo"/>
              <a:sym typeface="Arimo"/>
            </a:endParaRPr>
          </a:p>
        </p:txBody>
      </p:sp>
      <p:sp>
        <p:nvSpPr>
          <p:cNvPr id="532" name="Google Shape;532;p66"/>
          <p:cNvSpPr txBox="1"/>
          <p:nvPr/>
        </p:nvSpPr>
        <p:spPr>
          <a:xfrm>
            <a:off x="5125875" y="4208050"/>
            <a:ext cx="3984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Lab Uploading &amp; Results</a:t>
            </a:r>
            <a:endParaRPr sz="1200">
              <a:solidFill>
                <a:schemeClr val="dk1"/>
              </a:solidFill>
              <a:latin typeface="Arimo"/>
              <a:ea typeface="Arimo"/>
              <a:cs typeface="Arimo"/>
              <a:sym typeface="Arim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1000"/>
                                        <p:tgtEl>
                                          <p:spTgt spid="5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000"/>
                                        <p:tgtEl>
                                          <p:spTgt spid="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536" name="Shape 536"/>
        <p:cNvGrpSpPr/>
        <p:nvPr/>
      </p:nvGrpSpPr>
      <p:grpSpPr>
        <a:xfrm>
          <a:off x="0" y="0"/>
          <a:ext cx="0" cy="0"/>
          <a:chOff x="0" y="0"/>
          <a:chExt cx="0" cy="0"/>
        </a:xfrm>
      </p:grpSpPr>
      <p:cxnSp>
        <p:nvCxnSpPr>
          <p:cNvPr id="537" name="Google Shape;537;p67"/>
          <p:cNvCxnSpPr/>
          <p:nvPr/>
        </p:nvCxnSpPr>
        <p:spPr>
          <a:xfrm>
            <a:off x="4572000" y="280800"/>
            <a:ext cx="0" cy="4581900"/>
          </a:xfrm>
          <a:prstGeom prst="straightConnector1">
            <a:avLst/>
          </a:prstGeom>
          <a:noFill/>
          <a:ln cap="flat" cmpd="sng" w="9525">
            <a:solidFill>
              <a:schemeClr val="dk2"/>
            </a:solidFill>
            <a:prstDash val="solid"/>
            <a:round/>
            <a:headEnd len="med" w="med" type="none"/>
            <a:tailEnd len="med" w="med" type="none"/>
          </a:ln>
        </p:spPr>
      </p:cxnSp>
      <p:sp>
        <p:nvSpPr>
          <p:cNvPr id="538" name="Google Shape;538;p6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39" name="Google Shape;539;p67"/>
          <p:cNvSpPr txBox="1"/>
          <p:nvPr/>
        </p:nvSpPr>
        <p:spPr>
          <a:xfrm>
            <a:off x="509675" y="417759"/>
            <a:ext cx="4812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Arimo"/>
                <a:ea typeface="Arimo"/>
                <a:cs typeface="Arimo"/>
                <a:sym typeface="Arimo"/>
              </a:rPr>
              <a:t>Demo Overview</a:t>
            </a:r>
            <a:endParaRPr b="1" sz="3000">
              <a:solidFill>
                <a:schemeClr val="dk1"/>
              </a:solidFill>
              <a:latin typeface="Arimo"/>
              <a:ea typeface="Arimo"/>
              <a:cs typeface="Arimo"/>
              <a:sym typeface="Arimo"/>
            </a:endParaRPr>
          </a:p>
        </p:txBody>
      </p:sp>
      <p:pic>
        <p:nvPicPr>
          <p:cNvPr id="540" name="Google Shape;540;p67" title="Iteration 1 Demo.mp4">
            <a:hlinkClick r:id="rId3"/>
          </p:cNvPr>
          <p:cNvPicPr preferRelativeResize="0"/>
          <p:nvPr/>
        </p:nvPicPr>
        <p:blipFill>
          <a:blip r:embed="rId4">
            <a:alphaModFix/>
          </a:blip>
          <a:stretch>
            <a:fillRect/>
          </a:stretch>
        </p:blipFill>
        <p:spPr>
          <a:xfrm>
            <a:off x="509675" y="1379453"/>
            <a:ext cx="3666800" cy="2750100"/>
          </a:xfrm>
          <a:prstGeom prst="rect">
            <a:avLst/>
          </a:prstGeom>
          <a:noFill/>
          <a:ln>
            <a:noFill/>
          </a:ln>
        </p:spPr>
      </p:pic>
      <p:sp>
        <p:nvSpPr>
          <p:cNvPr id="541" name="Google Shape;541;p67"/>
          <p:cNvSpPr txBox="1"/>
          <p:nvPr/>
        </p:nvSpPr>
        <p:spPr>
          <a:xfrm>
            <a:off x="509675" y="4201525"/>
            <a:ext cx="430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Arimo"/>
                <a:ea typeface="Arimo"/>
                <a:cs typeface="Arimo"/>
                <a:sym typeface="Arimo"/>
              </a:rPr>
              <a:t>Appointment Scheduler</a:t>
            </a:r>
            <a:endParaRPr sz="1200">
              <a:solidFill>
                <a:schemeClr val="dk1"/>
              </a:solidFill>
              <a:latin typeface="Arimo"/>
              <a:ea typeface="Arimo"/>
              <a:cs typeface="Arimo"/>
              <a:sym typeface="Arim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545" name="Shape 545"/>
        <p:cNvGrpSpPr/>
        <p:nvPr/>
      </p:nvGrpSpPr>
      <p:grpSpPr>
        <a:xfrm>
          <a:off x="0" y="0"/>
          <a:ext cx="0" cy="0"/>
          <a:chOff x="0" y="0"/>
          <a:chExt cx="0" cy="0"/>
        </a:xfrm>
      </p:grpSpPr>
      <p:sp>
        <p:nvSpPr>
          <p:cNvPr id="546" name="Google Shape;546;p6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47" name="Google Shape;547;p68"/>
          <p:cNvSpPr txBox="1"/>
          <p:nvPr/>
        </p:nvSpPr>
        <p:spPr>
          <a:xfrm>
            <a:off x="919425" y="434650"/>
            <a:ext cx="7335600" cy="87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200">
                <a:solidFill>
                  <a:schemeClr val="dk1"/>
                </a:solidFill>
                <a:latin typeface="Arimo"/>
                <a:ea typeface="Arimo"/>
                <a:cs typeface="Arimo"/>
                <a:sym typeface="Arimo"/>
              </a:rPr>
              <a:t>What’s Next – Iteration 2</a:t>
            </a:r>
            <a:endParaRPr sz="3200">
              <a:solidFill>
                <a:schemeClr val="dk1"/>
              </a:solidFill>
              <a:latin typeface="Arimo"/>
              <a:ea typeface="Arimo"/>
              <a:cs typeface="Arimo"/>
              <a:sym typeface="Arimo"/>
            </a:endParaRPr>
          </a:p>
        </p:txBody>
      </p:sp>
      <p:sp>
        <p:nvSpPr>
          <p:cNvPr id="548" name="Google Shape;548;p68"/>
          <p:cNvSpPr txBox="1"/>
          <p:nvPr/>
        </p:nvSpPr>
        <p:spPr>
          <a:xfrm>
            <a:off x="919425" y="1537925"/>
            <a:ext cx="7289400" cy="274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lt1"/>
                </a:solidFill>
              </a:rPr>
              <a:t>Data Integration</a:t>
            </a:r>
            <a:endParaRPr b="1"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en" sz="1100">
                <a:solidFill>
                  <a:schemeClr val="lt1"/>
                </a:solidFill>
              </a:rPr>
              <a:t>Move dashboards from mock data toward backend-driven content</a:t>
            </a:r>
            <a:endParaRPr sz="1100">
              <a:solidFill>
                <a:schemeClr val="lt1"/>
              </a:solidFill>
            </a:endParaRPr>
          </a:p>
          <a:p>
            <a:pPr indent="0" lvl="0" marL="0" rtl="0" algn="l">
              <a:lnSpc>
                <a:spcPct val="115000"/>
              </a:lnSpc>
              <a:spcBef>
                <a:spcPts val="1200"/>
              </a:spcBef>
              <a:spcAft>
                <a:spcPts val="0"/>
              </a:spcAft>
              <a:buNone/>
            </a:pPr>
            <a:r>
              <a:rPr b="1" lang="en" sz="1100">
                <a:solidFill>
                  <a:schemeClr val="lt1"/>
                </a:solidFill>
              </a:rPr>
              <a:t>Testing Coverage</a:t>
            </a:r>
            <a:endParaRPr b="1"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en" sz="1100">
                <a:solidFill>
                  <a:schemeClr val="lt1"/>
                </a:solidFill>
              </a:rPr>
              <a:t>Expand beyond manual login and local Docker testing</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Add unit and integration tests in Iteration 2</a:t>
            </a:r>
            <a:endParaRPr sz="1100">
              <a:solidFill>
                <a:schemeClr val="lt1"/>
              </a:solidFill>
            </a:endParaRPr>
          </a:p>
          <a:p>
            <a:pPr indent="0" lvl="0" marL="0" rtl="0" algn="l">
              <a:lnSpc>
                <a:spcPct val="115000"/>
              </a:lnSpc>
              <a:spcBef>
                <a:spcPts val="1200"/>
              </a:spcBef>
              <a:spcAft>
                <a:spcPts val="0"/>
              </a:spcAft>
              <a:buNone/>
            </a:pPr>
            <a:r>
              <a:rPr b="1" lang="en" sz="1100">
                <a:solidFill>
                  <a:schemeClr val="lt1"/>
                </a:solidFill>
              </a:rPr>
              <a:t>Feature Depth</a:t>
            </a:r>
            <a:endParaRPr b="1"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en" sz="1100">
                <a:solidFill>
                  <a:schemeClr val="lt1"/>
                </a:solidFill>
              </a:rPr>
              <a:t>Continue lab results, secure messaging, and appointment scheduling workflows</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Strengthen role-based access control for patient/provider permissions</a:t>
            </a:r>
            <a:endParaRPr sz="1100">
              <a:solidFill>
                <a:schemeClr val="lt1"/>
              </a:solidFill>
            </a:endParaRPr>
          </a:p>
          <a:p>
            <a:pPr indent="0" lvl="0" marL="0" rtl="0" algn="l">
              <a:lnSpc>
                <a:spcPct val="115000"/>
              </a:lnSpc>
              <a:spcBef>
                <a:spcPts val="1200"/>
              </a:spcBef>
              <a:spcAft>
                <a:spcPts val="0"/>
              </a:spcAft>
              <a:buNone/>
            </a:pPr>
            <a:r>
              <a:t/>
            </a:r>
            <a:endParaRPr b="1" sz="1100">
              <a:solidFill>
                <a:schemeClr val="lt1"/>
              </a:solidFill>
            </a:endParaRPr>
          </a:p>
          <a:p>
            <a:pPr indent="0" lvl="0" marL="457200" rtl="0" algn="l">
              <a:lnSpc>
                <a:spcPct val="115000"/>
              </a:lnSpc>
              <a:spcBef>
                <a:spcPts val="1200"/>
              </a:spcBef>
              <a:spcAft>
                <a:spcPts val="0"/>
              </a:spcAft>
              <a:buNone/>
            </a:pPr>
            <a:r>
              <a:t/>
            </a:r>
            <a:endParaRPr sz="1800">
              <a:solidFill>
                <a:schemeClr val="dk1"/>
              </a:solidFill>
              <a:latin typeface="Arimo"/>
              <a:ea typeface="Arimo"/>
              <a:cs typeface="Arimo"/>
              <a:sym typeface="Arimo"/>
            </a:endParaRPr>
          </a:p>
          <a:p>
            <a:pPr indent="0" lvl="0" marL="0" rtl="0" algn="l">
              <a:lnSpc>
                <a:spcPct val="115000"/>
              </a:lnSpc>
              <a:spcBef>
                <a:spcPts val="1200"/>
              </a:spcBef>
              <a:spcAft>
                <a:spcPts val="1200"/>
              </a:spcAft>
              <a:buNone/>
            </a:pPr>
            <a:r>
              <a:t/>
            </a:r>
            <a:endParaRPr sz="1800">
              <a:solidFill>
                <a:schemeClr val="dk1"/>
              </a:solidFill>
              <a:latin typeface="Arimo"/>
              <a:ea typeface="Arimo"/>
              <a:cs typeface="Arimo"/>
              <a:sym typeface="Arim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552" name="Shape 552"/>
        <p:cNvGrpSpPr/>
        <p:nvPr/>
      </p:nvGrpSpPr>
      <p:grpSpPr>
        <a:xfrm>
          <a:off x="0" y="0"/>
          <a:ext cx="0" cy="0"/>
          <a:chOff x="0" y="0"/>
          <a:chExt cx="0" cy="0"/>
        </a:xfrm>
      </p:grpSpPr>
      <p:sp>
        <p:nvSpPr>
          <p:cNvPr id="553" name="Google Shape;553;p69"/>
          <p:cNvSpPr txBox="1"/>
          <p:nvPr>
            <p:ph type="title"/>
          </p:nvPr>
        </p:nvSpPr>
        <p:spPr>
          <a:xfrm>
            <a:off x="625375" y="2731850"/>
            <a:ext cx="40344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Thank</a:t>
            </a:r>
            <a:r>
              <a:rPr lang="en"/>
              <a:t> you!</a:t>
            </a:r>
            <a:endParaRPr/>
          </a:p>
        </p:txBody>
      </p:sp>
      <p:cxnSp>
        <p:nvCxnSpPr>
          <p:cNvPr id="554" name="Google Shape;554;p69"/>
          <p:cNvCxnSpPr/>
          <p:nvPr/>
        </p:nvCxnSpPr>
        <p:spPr>
          <a:xfrm>
            <a:off x="5260800" y="278400"/>
            <a:ext cx="0" cy="4581900"/>
          </a:xfrm>
          <a:prstGeom prst="straightConnector1">
            <a:avLst/>
          </a:prstGeom>
          <a:noFill/>
          <a:ln cap="flat" cmpd="sng" w="9525">
            <a:solidFill>
              <a:schemeClr val="dk2"/>
            </a:solidFill>
            <a:prstDash val="solid"/>
            <a:round/>
            <a:headEnd len="med" w="med" type="none"/>
            <a:tailEnd len="med" w="med" type="none"/>
          </a:ln>
        </p:spPr>
      </p:cxnSp>
      <p:sp>
        <p:nvSpPr>
          <p:cNvPr id="555" name="Google Shape;555;p69"/>
          <p:cNvSpPr txBox="1"/>
          <p:nvPr/>
        </p:nvSpPr>
        <p:spPr>
          <a:xfrm>
            <a:off x="5594950" y="3328475"/>
            <a:ext cx="2941500" cy="1181400"/>
          </a:xfrm>
          <a:prstGeom prst="rect">
            <a:avLst/>
          </a:prstGeom>
          <a:noFill/>
          <a:ln>
            <a:noFill/>
          </a:ln>
        </p:spPr>
        <p:txBody>
          <a:bodyPr anchorCtr="0" anchor="b" bIns="91425" lIns="0" spcFirstLastPara="1" rIns="0" wrap="square" tIns="0">
            <a:noAutofit/>
          </a:bodyPr>
          <a:lstStyle/>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t/>
            </a:r>
            <a:endParaRPr sz="1600">
              <a:solidFill>
                <a:schemeClr val="dk1"/>
              </a:solidFill>
              <a:latin typeface="Arimo"/>
              <a:ea typeface="Arimo"/>
              <a:cs typeface="Arimo"/>
              <a:sym typeface="Arimo"/>
            </a:endParaRPr>
          </a:p>
        </p:txBody>
      </p:sp>
      <p:sp>
        <p:nvSpPr>
          <p:cNvPr id="556" name="Google Shape;556;p6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